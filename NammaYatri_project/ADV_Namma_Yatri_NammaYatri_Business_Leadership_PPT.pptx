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sldIdLst>
    <p:sldId id="256" r:id="rId2"/>
    <p:sldId id="257" r:id="rId3"/>
    <p:sldId id="258" r:id="rId4"/>
    <p:sldId id="261" r:id="rId5"/>
    <p:sldId id="272" r:id="rId6"/>
    <p:sldId id="271" r:id="rId7"/>
    <p:sldId id="270" r:id="rId8"/>
    <p:sldId id="262" r:id="rId9"/>
    <p:sldId id="263" r:id="rId10"/>
    <p:sldId id="264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786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D2C733-78D1-4242-BBD2-5E2BCE8DFB6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C9D24B-F536-48AD-B609-B9D53AA616F8}">
      <dgm:prSet/>
      <dgm:spPr/>
      <dgm:t>
        <a:bodyPr/>
        <a:lstStyle/>
        <a:p>
          <a:r>
            <a:rPr lang="en-US" dirty="0"/>
            <a:t>Executive Objective</a:t>
          </a:r>
        </a:p>
      </dgm:t>
    </dgm:pt>
    <dgm:pt modelId="{1F2E129B-0EE8-402B-B133-792A126D8375}" type="parTrans" cxnId="{ACEA76B0-ED4C-4358-A2C3-A1396556CDBC}">
      <dgm:prSet/>
      <dgm:spPr/>
      <dgm:t>
        <a:bodyPr/>
        <a:lstStyle/>
        <a:p>
          <a:endParaRPr lang="en-US"/>
        </a:p>
      </dgm:t>
    </dgm:pt>
    <dgm:pt modelId="{2010FE04-FFC9-47DD-9EEA-6C6592A64B73}" type="sibTrans" cxnId="{ACEA76B0-ED4C-4358-A2C3-A1396556CDBC}">
      <dgm:prSet/>
      <dgm:spPr/>
      <dgm:t>
        <a:bodyPr/>
        <a:lstStyle/>
        <a:p>
          <a:endParaRPr lang="en-US"/>
        </a:p>
      </dgm:t>
    </dgm:pt>
    <dgm:pt modelId="{AE86EF5C-3C39-44B6-BEA2-EBF21E8DA136}">
      <dgm:prSet/>
      <dgm:spPr/>
      <dgm:t>
        <a:bodyPr/>
        <a:lstStyle/>
        <a:p>
          <a:r>
            <a:rPr lang="en-US" dirty="0"/>
            <a:t>Context &amp; Background</a:t>
          </a:r>
        </a:p>
      </dgm:t>
    </dgm:pt>
    <dgm:pt modelId="{5FD28B16-1CC8-4362-8A33-A1215E546680}" type="parTrans" cxnId="{7666501C-87ED-4EAE-B046-32F689EA3B0F}">
      <dgm:prSet/>
      <dgm:spPr/>
      <dgm:t>
        <a:bodyPr/>
        <a:lstStyle/>
        <a:p>
          <a:endParaRPr lang="en-US"/>
        </a:p>
      </dgm:t>
    </dgm:pt>
    <dgm:pt modelId="{392975A3-FBA6-4650-B376-847F442FAF88}" type="sibTrans" cxnId="{7666501C-87ED-4EAE-B046-32F689EA3B0F}">
      <dgm:prSet/>
      <dgm:spPr/>
      <dgm:t>
        <a:bodyPr/>
        <a:lstStyle/>
        <a:p>
          <a:endParaRPr lang="en-US"/>
        </a:p>
      </dgm:t>
    </dgm:pt>
    <dgm:pt modelId="{AA7471BA-EE09-4C88-879F-2F09F512C5EA}">
      <dgm:prSet/>
      <dgm:spPr/>
      <dgm:t>
        <a:bodyPr/>
        <a:lstStyle/>
        <a:p>
          <a:r>
            <a:rPr lang="en-US" dirty="0"/>
            <a:t>Key Insights</a:t>
          </a:r>
        </a:p>
      </dgm:t>
    </dgm:pt>
    <dgm:pt modelId="{C0F907B1-2FF4-4FBA-957B-2D813622223C}" type="parTrans" cxnId="{05E3F659-93E9-46E8-BCE9-B3FE956F8C51}">
      <dgm:prSet/>
      <dgm:spPr/>
      <dgm:t>
        <a:bodyPr/>
        <a:lstStyle/>
        <a:p>
          <a:endParaRPr lang="en-US"/>
        </a:p>
      </dgm:t>
    </dgm:pt>
    <dgm:pt modelId="{DB1BCFD2-BBF4-43B3-A118-A40A7E6F6ADD}" type="sibTrans" cxnId="{05E3F659-93E9-46E8-BCE9-B3FE956F8C51}">
      <dgm:prSet/>
      <dgm:spPr/>
      <dgm:t>
        <a:bodyPr/>
        <a:lstStyle/>
        <a:p>
          <a:endParaRPr lang="en-US"/>
        </a:p>
      </dgm:t>
    </dgm:pt>
    <dgm:pt modelId="{04AABB79-D22A-4166-A84F-E8EC377E4E38}">
      <dgm:prSet/>
      <dgm:spPr/>
      <dgm:t>
        <a:bodyPr/>
        <a:lstStyle/>
        <a:p>
          <a:r>
            <a:rPr lang="en-US"/>
            <a:t>Technical Recommendations</a:t>
          </a:r>
        </a:p>
      </dgm:t>
    </dgm:pt>
    <dgm:pt modelId="{898599DA-5BC9-4D96-95C9-92F4A6C219D4}" type="parTrans" cxnId="{4E1AFE42-D7B2-4232-9DF0-59D3CFF3A0F9}">
      <dgm:prSet/>
      <dgm:spPr/>
      <dgm:t>
        <a:bodyPr/>
        <a:lstStyle/>
        <a:p>
          <a:endParaRPr lang="en-US"/>
        </a:p>
      </dgm:t>
    </dgm:pt>
    <dgm:pt modelId="{3AD5CF48-4650-4A0B-94B2-89B6906EE04D}" type="sibTrans" cxnId="{4E1AFE42-D7B2-4232-9DF0-59D3CFF3A0F9}">
      <dgm:prSet/>
      <dgm:spPr/>
      <dgm:t>
        <a:bodyPr/>
        <a:lstStyle/>
        <a:p>
          <a:endParaRPr lang="en-US"/>
        </a:p>
      </dgm:t>
    </dgm:pt>
    <dgm:pt modelId="{8E95CA07-ADC5-4CB6-A69B-2C961EB4C27C}">
      <dgm:prSet/>
      <dgm:spPr/>
      <dgm:t>
        <a:bodyPr/>
        <a:lstStyle/>
        <a:p>
          <a:r>
            <a:rPr lang="en-US"/>
            <a:t>Impact Summary</a:t>
          </a:r>
        </a:p>
      </dgm:t>
    </dgm:pt>
    <dgm:pt modelId="{7614C2FB-5B67-4139-9DF3-904379C3A7AE}" type="parTrans" cxnId="{22873911-F207-4060-8A3E-28C2A8CB0CEB}">
      <dgm:prSet/>
      <dgm:spPr/>
      <dgm:t>
        <a:bodyPr/>
        <a:lstStyle/>
        <a:p>
          <a:endParaRPr lang="en-US"/>
        </a:p>
      </dgm:t>
    </dgm:pt>
    <dgm:pt modelId="{C99F6FA8-C21A-4E06-8A9B-FDE208A4E0DD}" type="sibTrans" cxnId="{22873911-F207-4060-8A3E-28C2A8CB0CEB}">
      <dgm:prSet/>
      <dgm:spPr/>
      <dgm:t>
        <a:bodyPr/>
        <a:lstStyle/>
        <a:p>
          <a:endParaRPr lang="en-US"/>
        </a:p>
      </dgm:t>
    </dgm:pt>
    <dgm:pt modelId="{77C98F05-56C2-484D-81B9-A2D06C427810}">
      <dgm:prSet/>
      <dgm:spPr/>
      <dgm:t>
        <a:bodyPr/>
        <a:lstStyle/>
        <a:p>
          <a:r>
            <a:rPr lang="en-US"/>
            <a:t>AppendiX</a:t>
          </a:r>
        </a:p>
      </dgm:t>
    </dgm:pt>
    <dgm:pt modelId="{E58C984D-5217-4790-B5B1-0E3A49B1F1F0}" type="parTrans" cxnId="{DA86DFA5-1BA2-4FCC-A31A-29CCF40B2B18}">
      <dgm:prSet/>
      <dgm:spPr/>
      <dgm:t>
        <a:bodyPr/>
        <a:lstStyle/>
        <a:p>
          <a:endParaRPr lang="en-US"/>
        </a:p>
      </dgm:t>
    </dgm:pt>
    <dgm:pt modelId="{D563476A-7272-4160-87B2-14D7648A3665}" type="sibTrans" cxnId="{DA86DFA5-1BA2-4FCC-A31A-29CCF40B2B18}">
      <dgm:prSet/>
      <dgm:spPr/>
      <dgm:t>
        <a:bodyPr/>
        <a:lstStyle/>
        <a:p>
          <a:endParaRPr lang="en-US"/>
        </a:p>
      </dgm:t>
    </dgm:pt>
    <dgm:pt modelId="{41D0D833-5CE3-416D-92F0-2BBFBBF3A2F9}">
      <dgm:prSet/>
      <dgm:spPr/>
      <dgm:t>
        <a:bodyPr/>
        <a:lstStyle/>
        <a:p>
          <a:r>
            <a:rPr lang="en-US" dirty="0"/>
            <a:t>Data Source</a:t>
          </a:r>
        </a:p>
      </dgm:t>
    </dgm:pt>
    <dgm:pt modelId="{FC37038B-223B-4FAE-9ECC-4914AC307242}" type="parTrans" cxnId="{3BADAB1B-D87E-44CF-B9E9-27161040B160}">
      <dgm:prSet/>
      <dgm:spPr/>
      <dgm:t>
        <a:bodyPr/>
        <a:lstStyle/>
        <a:p>
          <a:endParaRPr lang="en-US"/>
        </a:p>
      </dgm:t>
    </dgm:pt>
    <dgm:pt modelId="{BA2FFCEB-4684-4902-BC81-ACE8689C10B9}" type="sibTrans" cxnId="{3BADAB1B-D87E-44CF-B9E9-27161040B160}">
      <dgm:prSet/>
      <dgm:spPr/>
      <dgm:t>
        <a:bodyPr/>
        <a:lstStyle/>
        <a:p>
          <a:endParaRPr lang="en-US"/>
        </a:p>
      </dgm:t>
    </dgm:pt>
    <dgm:pt modelId="{1B5BAF91-736E-47C4-8D55-8EC57AD7FB2F}">
      <dgm:prSet/>
      <dgm:spPr/>
      <dgm:t>
        <a:bodyPr/>
        <a:lstStyle/>
        <a:p>
          <a:r>
            <a:rPr lang="en-US"/>
            <a:t>Data Methodology</a:t>
          </a:r>
        </a:p>
      </dgm:t>
    </dgm:pt>
    <dgm:pt modelId="{7E2AD176-3D5A-4BFC-8633-17E54A73FE10}" type="parTrans" cxnId="{C84EBF2C-FB45-4569-803E-E81E8E68B265}">
      <dgm:prSet/>
      <dgm:spPr/>
      <dgm:t>
        <a:bodyPr/>
        <a:lstStyle/>
        <a:p>
          <a:endParaRPr lang="en-US"/>
        </a:p>
      </dgm:t>
    </dgm:pt>
    <dgm:pt modelId="{073BE96D-AE11-40A3-BAFA-72B5F2811063}" type="sibTrans" cxnId="{C84EBF2C-FB45-4569-803E-E81E8E68B265}">
      <dgm:prSet/>
      <dgm:spPr/>
      <dgm:t>
        <a:bodyPr/>
        <a:lstStyle/>
        <a:p>
          <a:endParaRPr lang="en-US"/>
        </a:p>
      </dgm:t>
    </dgm:pt>
    <dgm:pt modelId="{CC50429D-4C41-4EA5-BE36-C430C97E908B}" type="pres">
      <dgm:prSet presAssocID="{C9D2C733-78D1-4242-BBD2-5E2BCE8DFB63}" presName="linear" presStyleCnt="0">
        <dgm:presLayoutVars>
          <dgm:dir/>
          <dgm:animLvl val="lvl"/>
          <dgm:resizeHandles val="exact"/>
        </dgm:presLayoutVars>
      </dgm:prSet>
      <dgm:spPr/>
    </dgm:pt>
    <dgm:pt modelId="{3798A79E-80E7-4EEA-9F3A-0E3E08038394}" type="pres">
      <dgm:prSet presAssocID="{10C9D24B-F536-48AD-B609-B9D53AA616F8}" presName="parentLin" presStyleCnt="0"/>
      <dgm:spPr/>
    </dgm:pt>
    <dgm:pt modelId="{21504903-9DFA-4130-AEBD-03AF38F6237A}" type="pres">
      <dgm:prSet presAssocID="{10C9D24B-F536-48AD-B609-B9D53AA616F8}" presName="parentLeftMargin" presStyleLbl="node1" presStyleIdx="0" presStyleCnt="6"/>
      <dgm:spPr/>
    </dgm:pt>
    <dgm:pt modelId="{08FA9215-E0E5-4288-8A60-BCE8C9160055}" type="pres">
      <dgm:prSet presAssocID="{10C9D24B-F536-48AD-B609-B9D53AA616F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88DDCE6-2399-45C6-B268-FAF83B54E67E}" type="pres">
      <dgm:prSet presAssocID="{10C9D24B-F536-48AD-B609-B9D53AA616F8}" presName="negativeSpace" presStyleCnt="0"/>
      <dgm:spPr/>
    </dgm:pt>
    <dgm:pt modelId="{4F2373C2-EE64-498E-BD90-06E3D6B61CA2}" type="pres">
      <dgm:prSet presAssocID="{10C9D24B-F536-48AD-B609-B9D53AA616F8}" presName="childText" presStyleLbl="conFgAcc1" presStyleIdx="0" presStyleCnt="6">
        <dgm:presLayoutVars>
          <dgm:bulletEnabled val="1"/>
        </dgm:presLayoutVars>
      </dgm:prSet>
      <dgm:spPr/>
    </dgm:pt>
    <dgm:pt modelId="{1A5A8ACE-77B5-499D-B9FC-75C3608D1BDB}" type="pres">
      <dgm:prSet presAssocID="{2010FE04-FFC9-47DD-9EEA-6C6592A64B73}" presName="spaceBetweenRectangles" presStyleCnt="0"/>
      <dgm:spPr/>
    </dgm:pt>
    <dgm:pt modelId="{C09BB057-1154-416D-9F55-9D39E4CE778A}" type="pres">
      <dgm:prSet presAssocID="{AE86EF5C-3C39-44B6-BEA2-EBF21E8DA136}" presName="parentLin" presStyleCnt="0"/>
      <dgm:spPr/>
    </dgm:pt>
    <dgm:pt modelId="{76A2E54E-FF83-4C58-A422-D60E992DC6AF}" type="pres">
      <dgm:prSet presAssocID="{AE86EF5C-3C39-44B6-BEA2-EBF21E8DA136}" presName="parentLeftMargin" presStyleLbl="node1" presStyleIdx="0" presStyleCnt="6"/>
      <dgm:spPr/>
    </dgm:pt>
    <dgm:pt modelId="{9F34E78B-F494-45A1-97DB-66B78469437E}" type="pres">
      <dgm:prSet presAssocID="{AE86EF5C-3C39-44B6-BEA2-EBF21E8DA13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E48E2A4-6887-4052-BAF4-3CEC6BE839C1}" type="pres">
      <dgm:prSet presAssocID="{AE86EF5C-3C39-44B6-BEA2-EBF21E8DA136}" presName="negativeSpace" presStyleCnt="0"/>
      <dgm:spPr/>
    </dgm:pt>
    <dgm:pt modelId="{488F821A-B37A-4E2E-A18C-95233EF551E3}" type="pres">
      <dgm:prSet presAssocID="{AE86EF5C-3C39-44B6-BEA2-EBF21E8DA136}" presName="childText" presStyleLbl="conFgAcc1" presStyleIdx="1" presStyleCnt="6">
        <dgm:presLayoutVars>
          <dgm:bulletEnabled val="1"/>
        </dgm:presLayoutVars>
      </dgm:prSet>
      <dgm:spPr/>
    </dgm:pt>
    <dgm:pt modelId="{FF4306A3-7F60-456E-831B-455C08BCC12C}" type="pres">
      <dgm:prSet presAssocID="{392975A3-FBA6-4650-B376-847F442FAF88}" presName="spaceBetweenRectangles" presStyleCnt="0"/>
      <dgm:spPr/>
    </dgm:pt>
    <dgm:pt modelId="{DF5D5CAE-98E7-4AEE-9D07-4355D6A454CE}" type="pres">
      <dgm:prSet presAssocID="{AA7471BA-EE09-4C88-879F-2F09F512C5EA}" presName="parentLin" presStyleCnt="0"/>
      <dgm:spPr/>
    </dgm:pt>
    <dgm:pt modelId="{218EE64E-86E2-44C9-8FBA-5CC9B691584B}" type="pres">
      <dgm:prSet presAssocID="{AA7471BA-EE09-4C88-879F-2F09F512C5EA}" presName="parentLeftMargin" presStyleLbl="node1" presStyleIdx="1" presStyleCnt="6"/>
      <dgm:spPr/>
    </dgm:pt>
    <dgm:pt modelId="{E73B73B1-CDBC-451E-902B-A933D7D69BDE}" type="pres">
      <dgm:prSet presAssocID="{AA7471BA-EE09-4C88-879F-2F09F512C5E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0AAEBFC-0149-496F-8328-1625871E08C6}" type="pres">
      <dgm:prSet presAssocID="{AA7471BA-EE09-4C88-879F-2F09F512C5EA}" presName="negativeSpace" presStyleCnt="0"/>
      <dgm:spPr/>
    </dgm:pt>
    <dgm:pt modelId="{C51BE566-D266-46A1-90D0-D0FFA8765810}" type="pres">
      <dgm:prSet presAssocID="{AA7471BA-EE09-4C88-879F-2F09F512C5EA}" presName="childText" presStyleLbl="conFgAcc1" presStyleIdx="2" presStyleCnt="6">
        <dgm:presLayoutVars>
          <dgm:bulletEnabled val="1"/>
        </dgm:presLayoutVars>
      </dgm:prSet>
      <dgm:spPr/>
    </dgm:pt>
    <dgm:pt modelId="{6E20DD8D-8452-4A73-B140-4B7B4C2833E4}" type="pres">
      <dgm:prSet presAssocID="{DB1BCFD2-BBF4-43B3-A118-A40A7E6F6ADD}" presName="spaceBetweenRectangles" presStyleCnt="0"/>
      <dgm:spPr/>
    </dgm:pt>
    <dgm:pt modelId="{E22E28A1-5E25-4A13-BEE8-DA2FBAFAA73F}" type="pres">
      <dgm:prSet presAssocID="{04AABB79-D22A-4166-A84F-E8EC377E4E38}" presName="parentLin" presStyleCnt="0"/>
      <dgm:spPr/>
    </dgm:pt>
    <dgm:pt modelId="{E0E4473C-97D0-46E2-93C1-ED8D93EA63FB}" type="pres">
      <dgm:prSet presAssocID="{04AABB79-D22A-4166-A84F-E8EC377E4E38}" presName="parentLeftMargin" presStyleLbl="node1" presStyleIdx="2" presStyleCnt="6"/>
      <dgm:spPr/>
    </dgm:pt>
    <dgm:pt modelId="{D61F61C2-8F98-415D-89F0-69E13A1360AD}" type="pres">
      <dgm:prSet presAssocID="{04AABB79-D22A-4166-A84F-E8EC377E4E3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154FB75-68C7-4B56-8AB1-D79BECA75E2A}" type="pres">
      <dgm:prSet presAssocID="{04AABB79-D22A-4166-A84F-E8EC377E4E38}" presName="negativeSpace" presStyleCnt="0"/>
      <dgm:spPr/>
    </dgm:pt>
    <dgm:pt modelId="{C4B44EE2-48D3-49E5-8026-49FFC1F0F104}" type="pres">
      <dgm:prSet presAssocID="{04AABB79-D22A-4166-A84F-E8EC377E4E38}" presName="childText" presStyleLbl="conFgAcc1" presStyleIdx="3" presStyleCnt="6">
        <dgm:presLayoutVars>
          <dgm:bulletEnabled val="1"/>
        </dgm:presLayoutVars>
      </dgm:prSet>
      <dgm:spPr/>
    </dgm:pt>
    <dgm:pt modelId="{86A46811-CA58-4185-B173-3D22EACDDD1B}" type="pres">
      <dgm:prSet presAssocID="{3AD5CF48-4650-4A0B-94B2-89B6906EE04D}" presName="spaceBetweenRectangles" presStyleCnt="0"/>
      <dgm:spPr/>
    </dgm:pt>
    <dgm:pt modelId="{4BE027B9-8539-4FDF-880B-8C4DE4533270}" type="pres">
      <dgm:prSet presAssocID="{8E95CA07-ADC5-4CB6-A69B-2C961EB4C27C}" presName="parentLin" presStyleCnt="0"/>
      <dgm:spPr/>
    </dgm:pt>
    <dgm:pt modelId="{2569DB54-D591-4B65-AAD4-DB918C060EEA}" type="pres">
      <dgm:prSet presAssocID="{8E95CA07-ADC5-4CB6-A69B-2C961EB4C27C}" presName="parentLeftMargin" presStyleLbl="node1" presStyleIdx="3" presStyleCnt="6"/>
      <dgm:spPr/>
    </dgm:pt>
    <dgm:pt modelId="{B771C6A3-3732-417E-A2E9-774466A30388}" type="pres">
      <dgm:prSet presAssocID="{8E95CA07-ADC5-4CB6-A69B-2C961EB4C27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A6469E3-60F7-425A-8FE2-F8520CB6B080}" type="pres">
      <dgm:prSet presAssocID="{8E95CA07-ADC5-4CB6-A69B-2C961EB4C27C}" presName="negativeSpace" presStyleCnt="0"/>
      <dgm:spPr/>
    </dgm:pt>
    <dgm:pt modelId="{1A3A212E-03C0-4D2F-823E-2FC2D34A0A40}" type="pres">
      <dgm:prSet presAssocID="{8E95CA07-ADC5-4CB6-A69B-2C961EB4C27C}" presName="childText" presStyleLbl="conFgAcc1" presStyleIdx="4" presStyleCnt="6">
        <dgm:presLayoutVars>
          <dgm:bulletEnabled val="1"/>
        </dgm:presLayoutVars>
      </dgm:prSet>
      <dgm:spPr/>
    </dgm:pt>
    <dgm:pt modelId="{75F6E4E9-9E96-4F66-9BC4-261BAF37B6BD}" type="pres">
      <dgm:prSet presAssocID="{C99F6FA8-C21A-4E06-8A9B-FDE208A4E0DD}" presName="spaceBetweenRectangles" presStyleCnt="0"/>
      <dgm:spPr/>
    </dgm:pt>
    <dgm:pt modelId="{FB143C7F-DC37-4F97-B6E8-8DF5651F1879}" type="pres">
      <dgm:prSet presAssocID="{77C98F05-56C2-484D-81B9-A2D06C427810}" presName="parentLin" presStyleCnt="0"/>
      <dgm:spPr/>
    </dgm:pt>
    <dgm:pt modelId="{87B32AFD-51AD-4C83-BF55-C5A91DB04A3B}" type="pres">
      <dgm:prSet presAssocID="{77C98F05-56C2-484D-81B9-A2D06C427810}" presName="parentLeftMargin" presStyleLbl="node1" presStyleIdx="4" presStyleCnt="6"/>
      <dgm:spPr/>
    </dgm:pt>
    <dgm:pt modelId="{C72FB398-D9EA-46A7-BCD7-B1129B6E2B7C}" type="pres">
      <dgm:prSet presAssocID="{77C98F05-56C2-484D-81B9-A2D06C42781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49152F95-3163-4F1E-A434-5F40171EB309}" type="pres">
      <dgm:prSet presAssocID="{77C98F05-56C2-484D-81B9-A2D06C427810}" presName="negativeSpace" presStyleCnt="0"/>
      <dgm:spPr/>
    </dgm:pt>
    <dgm:pt modelId="{B9298382-500B-4074-9E99-656D34454AE7}" type="pres">
      <dgm:prSet presAssocID="{77C98F05-56C2-484D-81B9-A2D06C42781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C8067E0B-3E98-437A-879B-141AD726CB84}" type="presOf" srcId="{77C98F05-56C2-484D-81B9-A2D06C427810}" destId="{C72FB398-D9EA-46A7-BCD7-B1129B6E2B7C}" srcOrd="1" destOrd="0" presId="urn:microsoft.com/office/officeart/2005/8/layout/list1"/>
    <dgm:cxn modelId="{97C9E40B-212B-4B14-A671-1AECDED9CB17}" type="presOf" srcId="{10C9D24B-F536-48AD-B609-B9D53AA616F8}" destId="{21504903-9DFA-4130-AEBD-03AF38F6237A}" srcOrd="0" destOrd="0" presId="urn:microsoft.com/office/officeart/2005/8/layout/list1"/>
    <dgm:cxn modelId="{85A7580C-BBDB-4290-8109-8A3D83DFD695}" type="presOf" srcId="{10C9D24B-F536-48AD-B609-B9D53AA616F8}" destId="{08FA9215-E0E5-4288-8A60-BCE8C9160055}" srcOrd="1" destOrd="0" presId="urn:microsoft.com/office/officeart/2005/8/layout/list1"/>
    <dgm:cxn modelId="{22873911-F207-4060-8A3E-28C2A8CB0CEB}" srcId="{C9D2C733-78D1-4242-BBD2-5E2BCE8DFB63}" destId="{8E95CA07-ADC5-4CB6-A69B-2C961EB4C27C}" srcOrd="4" destOrd="0" parTransId="{7614C2FB-5B67-4139-9DF3-904379C3A7AE}" sibTransId="{C99F6FA8-C21A-4E06-8A9B-FDE208A4E0DD}"/>
    <dgm:cxn modelId="{3BADAB1B-D87E-44CF-B9E9-27161040B160}" srcId="{77C98F05-56C2-484D-81B9-A2D06C427810}" destId="{41D0D833-5CE3-416D-92F0-2BBFBBF3A2F9}" srcOrd="0" destOrd="0" parTransId="{FC37038B-223B-4FAE-9ECC-4914AC307242}" sibTransId="{BA2FFCEB-4684-4902-BC81-ACE8689C10B9}"/>
    <dgm:cxn modelId="{7666501C-87ED-4EAE-B046-32F689EA3B0F}" srcId="{C9D2C733-78D1-4242-BBD2-5E2BCE8DFB63}" destId="{AE86EF5C-3C39-44B6-BEA2-EBF21E8DA136}" srcOrd="1" destOrd="0" parTransId="{5FD28B16-1CC8-4362-8A33-A1215E546680}" sibTransId="{392975A3-FBA6-4650-B376-847F442FAF88}"/>
    <dgm:cxn modelId="{C84EBF2C-FB45-4569-803E-E81E8E68B265}" srcId="{77C98F05-56C2-484D-81B9-A2D06C427810}" destId="{1B5BAF91-736E-47C4-8D55-8EC57AD7FB2F}" srcOrd="1" destOrd="0" parTransId="{7E2AD176-3D5A-4BFC-8633-17E54A73FE10}" sibTransId="{073BE96D-AE11-40A3-BAFA-72B5F2811063}"/>
    <dgm:cxn modelId="{AEF61431-1F75-428F-9157-91D70C9C8D59}" type="presOf" srcId="{77C98F05-56C2-484D-81B9-A2D06C427810}" destId="{87B32AFD-51AD-4C83-BF55-C5A91DB04A3B}" srcOrd="0" destOrd="0" presId="urn:microsoft.com/office/officeart/2005/8/layout/list1"/>
    <dgm:cxn modelId="{75D4E931-BBAF-4118-B88A-542EBCEB5026}" type="presOf" srcId="{8E95CA07-ADC5-4CB6-A69B-2C961EB4C27C}" destId="{B771C6A3-3732-417E-A2E9-774466A30388}" srcOrd="1" destOrd="0" presId="urn:microsoft.com/office/officeart/2005/8/layout/list1"/>
    <dgm:cxn modelId="{80D90D37-2DFF-4AD6-9617-F94C3BB01BEC}" type="presOf" srcId="{AE86EF5C-3C39-44B6-BEA2-EBF21E8DA136}" destId="{76A2E54E-FF83-4C58-A422-D60E992DC6AF}" srcOrd="0" destOrd="0" presId="urn:microsoft.com/office/officeart/2005/8/layout/list1"/>
    <dgm:cxn modelId="{B615495F-0FC6-49A6-9439-A5B87579D620}" type="presOf" srcId="{04AABB79-D22A-4166-A84F-E8EC377E4E38}" destId="{D61F61C2-8F98-415D-89F0-69E13A1360AD}" srcOrd="1" destOrd="0" presId="urn:microsoft.com/office/officeart/2005/8/layout/list1"/>
    <dgm:cxn modelId="{D4012960-641B-4C2C-B00B-1000179F9E86}" type="presOf" srcId="{1B5BAF91-736E-47C4-8D55-8EC57AD7FB2F}" destId="{B9298382-500B-4074-9E99-656D34454AE7}" srcOrd="0" destOrd="1" presId="urn:microsoft.com/office/officeart/2005/8/layout/list1"/>
    <dgm:cxn modelId="{4E1AFE42-D7B2-4232-9DF0-59D3CFF3A0F9}" srcId="{C9D2C733-78D1-4242-BBD2-5E2BCE8DFB63}" destId="{04AABB79-D22A-4166-A84F-E8EC377E4E38}" srcOrd="3" destOrd="0" parTransId="{898599DA-5BC9-4D96-95C9-92F4A6C219D4}" sibTransId="{3AD5CF48-4650-4A0B-94B2-89B6906EE04D}"/>
    <dgm:cxn modelId="{7889CD4D-A7EF-48CF-BA6D-D1DE2690E869}" type="presOf" srcId="{04AABB79-D22A-4166-A84F-E8EC377E4E38}" destId="{E0E4473C-97D0-46E2-93C1-ED8D93EA63FB}" srcOrd="0" destOrd="0" presId="urn:microsoft.com/office/officeart/2005/8/layout/list1"/>
    <dgm:cxn modelId="{05E3F659-93E9-46E8-BCE9-B3FE956F8C51}" srcId="{C9D2C733-78D1-4242-BBD2-5E2BCE8DFB63}" destId="{AA7471BA-EE09-4C88-879F-2F09F512C5EA}" srcOrd="2" destOrd="0" parTransId="{C0F907B1-2FF4-4FBA-957B-2D813622223C}" sibTransId="{DB1BCFD2-BBF4-43B3-A118-A40A7E6F6ADD}"/>
    <dgm:cxn modelId="{92E66F83-94D3-4283-AB7D-915D3E86B62F}" type="presOf" srcId="{8E95CA07-ADC5-4CB6-A69B-2C961EB4C27C}" destId="{2569DB54-D591-4B65-AAD4-DB918C060EEA}" srcOrd="0" destOrd="0" presId="urn:microsoft.com/office/officeart/2005/8/layout/list1"/>
    <dgm:cxn modelId="{85DBFD91-E9B3-4322-A587-07058D8EAD92}" type="presOf" srcId="{AE86EF5C-3C39-44B6-BEA2-EBF21E8DA136}" destId="{9F34E78B-F494-45A1-97DB-66B78469437E}" srcOrd="1" destOrd="0" presId="urn:microsoft.com/office/officeart/2005/8/layout/list1"/>
    <dgm:cxn modelId="{6A74D494-75ED-42FD-90D4-389671CCFA7D}" type="presOf" srcId="{C9D2C733-78D1-4242-BBD2-5E2BCE8DFB63}" destId="{CC50429D-4C41-4EA5-BE36-C430C97E908B}" srcOrd="0" destOrd="0" presId="urn:microsoft.com/office/officeart/2005/8/layout/list1"/>
    <dgm:cxn modelId="{DA86DFA5-1BA2-4FCC-A31A-29CCF40B2B18}" srcId="{C9D2C733-78D1-4242-BBD2-5E2BCE8DFB63}" destId="{77C98F05-56C2-484D-81B9-A2D06C427810}" srcOrd="5" destOrd="0" parTransId="{E58C984D-5217-4790-B5B1-0E3A49B1F1F0}" sibTransId="{D563476A-7272-4160-87B2-14D7648A3665}"/>
    <dgm:cxn modelId="{ACEA76B0-ED4C-4358-A2C3-A1396556CDBC}" srcId="{C9D2C733-78D1-4242-BBD2-5E2BCE8DFB63}" destId="{10C9D24B-F536-48AD-B609-B9D53AA616F8}" srcOrd="0" destOrd="0" parTransId="{1F2E129B-0EE8-402B-B133-792A126D8375}" sibTransId="{2010FE04-FFC9-47DD-9EEA-6C6592A64B73}"/>
    <dgm:cxn modelId="{6665D2BB-6D24-45C3-B524-2CD75ED1C249}" type="presOf" srcId="{AA7471BA-EE09-4C88-879F-2F09F512C5EA}" destId="{218EE64E-86E2-44C9-8FBA-5CC9B691584B}" srcOrd="0" destOrd="0" presId="urn:microsoft.com/office/officeart/2005/8/layout/list1"/>
    <dgm:cxn modelId="{3BC3C0D9-9312-41D4-B373-220B72104BD0}" type="presOf" srcId="{AA7471BA-EE09-4C88-879F-2F09F512C5EA}" destId="{E73B73B1-CDBC-451E-902B-A933D7D69BDE}" srcOrd="1" destOrd="0" presId="urn:microsoft.com/office/officeart/2005/8/layout/list1"/>
    <dgm:cxn modelId="{75D444FC-E416-445B-AFB3-186846FAECFF}" type="presOf" srcId="{41D0D833-5CE3-416D-92F0-2BBFBBF3A2F9}" destId="{B9298382-500B-4074-9E99-656D34454AE7}" srcOrd="0" destOrd="0" presId="urn:microsoft.com/office/officeart/2005/8/layout/list1"/>
    <dgm:cxn modelId="{9B68EE78-C9BF-418C-B3C1-9DFBEA8BF91D}" type="presParOf" srcId="{CC50429D-4C41-4EA5-BE36-C430C97E908B}" destId="{3798A79E-80E7-4EEA-9F3A-0E3E08038394}" srcOrd="0" destOrd="0" presId="urn:microsoft.com/office/officeart/2005/8/layout/list1"/>
    <dgm:cxn modelId="{3504A577-CF4A-41E4-91FC-8160682C5C89}" type="presParOf" srcId="{3798A79E-80E7-4EEA-9F3A-0E3E08038394}" destId="{21504903-9DFA-4130-AEBD-03AF38F6237A}" srcOrd="0" destOrd="0" presId="urn:microsoft.com/office/officeart/2005/8/layout/list1"/>
    <dgm:cxn modelId="{0B3BF4A1-93B4-4BF3-A61F-B87709D99692}" type="presParOf" srcId="{3798A79E-80E7-4EEA-9F3A-0E3E08038394}" destId="{08FA9215-E0E5-4288-8A60-BCE8C9160055}" srcOrd="1" destOrd="0" presId="urn:microsoft.com/office/officeart/2005/8/layout/list1"/>
    <dgm:cxn modelId="{7BB0436E-7139-4DC5-914F-63E75CA8A939}" type="presParOf" srcId="{CC50429D-4C41-4EA5-BE36-C430C97E908B}" destId="{F88DDCE6-2399-45C6-B268-FAF83B54E67E}" srcOrd="1" destOrd="0" presId="urn:microsoft.com/office/officeart/2005/8/layout/list1"/>
    <dgm:cxn modelId="{9FD6CA8F-DC8D-4375-A72B-21BC1EF66A30}" type="presParOf" srcId="{CC50429D-4C41-4EA5-BE36-C430C97E908B}" destId="{4F2373C2-EE64-498E-BD90-06E3D6B61CA2}" srcOrd="2" destOrd="0" presId="urn:microsoft.com/office/officeart/2005/8/layout/list1"/>
    <dgm:cxn modelId="{805B199C-992B-49E2-9AD7-F59988F7AF9E}" type="presParOf" srcId="{CC50429D-4C41-4EA5-BE36-C430C97E908B}" destId="{1A5A8ACE-77B5-499D-B9FC-75C3608D1BDB}" srcOrd="3" destOrd="0" presId="urn:microsoft.com/office/officeart/2005/8/layout/list1"/>
    <dgm:cxn modelId="{637780C1-71D3-4D0D-89DD-CB6A8B1CCC27}" type="presParOf" srcId="{CC50429D-4C41-4EA5-BE36-C430C97E908B}" destId="{C09BB057-1154-416D-9F55-9D39E4CE778A}" srcOrd="4" destOrd="0" presId="urn:microsoft.com/office/officeart/2005/8/layout/list1"/>
    <dgm:cxn modelId="{7E813A88-E2A9-458B-B66E-9F5F489FDFD4}" type="presParOf" srcId="{C09BB057-1154-416D-9F55-9D39E4CE778A}" destId="{76A2E54E-FF83-4C58-A422-D60E992DC6AF}" srcOrd="0" destOrd="0" presId="urn:microsoft.com/office/officeart/2005/8/layout/list1"/>
    <dgm:cxn modelId="{A0551972-0EF3-411D-967D-4712D075F103}" type="presParOf" srcId="{C09BB057-1154-416D-9F55-9D39E4CE778A}" destId="{9F34E78B-F494-45A1-97DB-66B78469437E}" srcOrd="1" destOrd="0" presId="urn:microsoft.com/office/officeart/2005/8/layout/list1"/>
    <dgm:cxn modelId="{4799C09E-F27D-458E-B2C2-1C0A6ED5F7D0}" type="presParOf" srcId="{CC50429D-4C41-4EA5-BE36-C430C97E908B}" destId="{EE48E2A4-6887-4052-BAF4-3CEC6BE839C1}" srcOrd="5" destOrd="0" presId="urn:microsoft.com/office/officeart/2005/8/layout/list1"/>
    <dgm:cxn modelId="{F30B101F-3BEB-49B8-BA3B-D4BEEE27F4AF}" type="presParOf" srcId="{CC50429D-4C41-4EA5-BE36-C430C97E908B}" destId="{488F821A-B37A-4E2E-A18C-95233EF551E3}" srcOrd="6" destOrd="0" presId="urn:microsoft.com/office/officeart/2005/8/layout/list1"/>
    <dgm:cxn modelId="{7D0A298B-B7DF-4BEC-ACD3-E3274B4F740C}" type="presParOf" srcId="{CC50429D-4C41-4EA5-BE36-C430C97E908B}" destId="{FF4306A3-7F60-456E-831B-455C08BCC12C}" srcOrd="7" destOrd="0" presId="urn:microsoft.com/office/officeart/2005/8/layout/list1"/>
    <dgm:cxn modelId="{0BBAD07D-3512-4C41-82BA-16BA10D70147}" type="presParOf" srcId="{CC50429D-4C41-4EA5-BE36-C430C97E908B}" destId="{DF5D5CAE-98E7-4AEE-9D07-4355D6A454CE}" srcOrd="8" destOrd="0" presId="urn:microsoft.com/office/officeart/2005/8/layout/list1"/>
    <dgm:cxn modelId="{C42CC380-CEEA-4DD5-99F8-340D446C4A94}" type="presParOf" srcId="{DF5D5CAE-98E7-4AEE-9D07-4355D6A454CE}" destId="{218EE64E-86E2-44C9-8FBA-5CC9B691584B}" srcOrd="0" destOrd="0" presId="urn:microsoft.com/office/officeart/2005/8/layout/list1"/>
    <dgm:cxn modelId="{7BE8C992-8EED-46A5-A226-547D7F74C15A}" type="presParOf" srcId="{DF5D5CAE-98E7-4AEE-9D07-4355D6A454CE}" destId="{E73B73B1-CDBC-451E-902B-A933D7D69BDE}" srcOrd="1" destOrd="0" presId="urn:microsoft.com/office/officeart/2005/8/layout/list1"/>
    <dgm:cxn modelId="{56617D69-3D58-4315-8161-93D6D51C13A9}" type="presParOf" srcId="{CC50429D-4C41-4EA5-BE36-C430C97E908B}" destId="{30AAEBFC-0149-496F-8328-1625871E08C6}" srcOrd="9" destOrd="0" presId="urn:microsoft.com/office/officeart/2005/8/layout/list1"/>
    <dgm:cxn modelId="{439AC185-73D0-4925-B8EC-AFE050E08028}" type="presParOf" srcId="{CC50429D-4C41-4EA5-BE36-C430C97E908B}" destId="{C51BE566-D266-46A1-90D0-D0FFA8765810}" srcOrd="10" destOrd="0" presId="urn:microsoft.com/office/officeart/2005/8/layout/list1"/>
    <dgm:cxn modelId="{36F3A1F4-28C5-45BF-9A0B-E19E08BB69E2}" type="presParOf" srcId="{CC50429D-4C41-4EA5-BE36-C430C97E908B}" destId="{6E20DD8D-8452-4A73-B140-4B7B4C2833E4}" srcOrd="11" destOrd="0" presId="urn:microsoft.com/office/officeart/2005/8/layout/list1"/>
    <dgm:cxn modelId="{D7A78876-95A7-40EF-90DA-4C543AD1C3EF}" type="presParOf" srcId="{CC50429D-4C41-4EA5-BE36-C430C97E908B}" destId="{E22E28A1-5E25-4A13-BEE8-DA2FBAFAA73F}" srcOrd="12" destOrd="0" presId="urn:microsoft.com/office/officeart/2005/8/layout/list1"/>
    <dgm:cxn modelId="{169F7AE7-7D76-4019-85A6-D55EA6DCAF77}" type="presParOf" srcId="{E22E28A1-5E25-4A13-BEE8-DA2FBAFAA73F}" destId="{E0E4473C-97D0-46E2-93C1-ED8D93EA63FB}" srcOrd="0" destOrd="0" presId="urn:microsoft.com/office/officeart/2005/8/layout/list1"/>
    <dgm:cxn modelId="{8AC9797B-EB91-4BB1-ADAA-909453825730}" type="presParOf" srcId="{E22E28A1-5E25-4A13-BEE8-DA2FBAFAA73F}" destId="{D61F61C2-8F98-415D-89F0-69E13A1360AD}" srcOrd="1" destOrd="0" presId="urn:microsoft.com/office/officeart/2005/8/layout/list1"/>
    <dgm:cxn modelId="{B60801F1-B9DB-44F7-80C0-0642B65B3334}" type="presParOf" srcId="{CC50429D-4C41-4EA5-BE36-C430C97E908B}" destId="{4154FB75-68C7-4B56-8AB1-D79BECA75E2A}" srcOrd="13" destOrd="0" presId="urn:microsoft.com/office/officeart/2005/8/layout/list1"/>
    <dgm:cxn modelId="{BAE19A6E-8CF1-456E-8175-6D7F1674F197}" type="presParOf" srcId="{CC50429D-4C41-4EA5-BE36-C430C97E908B}" destId="{C4B44EE2-48D3-49E5-8026-49FFC1F0F104}" srcOrd="14" destOrd="0" presId="urn:microsoft.com/office/officeart/2005/8/layout/list1"/>
    <dgm:cxn modelId="{293C7F20-8335-4683-861F-3B64C2643981}" type="presParOf" srcId="{CC50429D-4C41-4EA5-BE36-C430C97E908B}" destId="{86A46811-CA58-4185-B173-3D22EACDDD1B}" srcOrd="15" destOrd="0" presId="urn:microsoft.com/office/officeart/2005/8/layout/list1"/>
    <dgm:cxn modelId="{118BF747-0EEC-4DDC-A526-56B582836763}" type="presParOf" srcId="{CC50429D-4C41-4EA5-BE36-C430C97E908B}" destId="{4BE027B9-8539-4FDF-880B-8C4DE4533270}" srcOrd="16" destOrd="0" presId="urn:microsoft.com/office/officeart/2005/8/layout/list1"/>
    <dgm:cxn modelId="{CAC1AD6C-5281-4E67-8541-564BA85AF31C}" type="presParOf" srcId="{4BE027B9-8539-4FDF-880B-8C4DE4533270}" destId="{2569DB54-D591-4B65-AAD4-DB918C060EEA}" srcOrd="0" destOrd="0" presId="urn:microsoft.com/office/officeart/2005/8/layout/list1"/>
    <dgm:cxn modelId="{6C08AA82-41BB-4196-91B0-A4CFB3D2543C}" type="presParOf" srcId="{4BE027B9-8539-4FDF-880B-8C4DE4533270}" destId="{B771C6A3-3732-417E-A2E9-774466A30388}" srcOrd="1" destOrd="0" presId="urn:microsoft.com/office/officeart/2005/8/layout/list1"/>
    <dgm:cxn modelId="{2F780F2F-7863-41AB-96DB-684543E42FE0}" type="presParOf" srcId="{CC50429D-4C41-4EA5-BE36-C430C97E908B}" destId="{2A6469E3-60F7-425A-8FE2-F8520CB6B080}" srcOrd="17" destOrd="0" presId="urn:microsoft.com/office/officeart/2005/8/layout/list1"/>
    <dgm:cxn modelId="{DA729B71-FCAB-4CF7-87E6-CE9664CE6777}" type="presParOf" srcId="{CC50429D-4C41-4EA5-BE36-C430C97E908B}" destId="{1A3A212E-03C0-4D2F-823E-2FC2D34A0A40}" srcOrd="18" destOrd="0" presId="urn:microsoft.com/office/officeart/2005/8/layout/list1"/>
    <dgm:cxn modelId="{B1A619CF-F6A3-4936-ADDE-5C95EA44A65F}" type="presParOf" srcId="{CC50429D-4C41-4EA5-BE36-C430C97E908B}" destId="{75F6E4E9-9E96-4F66-9BC4-261BAF37B6BD}" srcOrd="19" destOrd="0" presId="urn:microsoft.com/office/officeart/2005/8/layout/list1"/>
    <dgm:cxn modelId="{C296DE2E-C60B-4B15-BF23-5842AC3FFEBB}" type="presParOf" srcId="{CC50429D-4C41-4EA5-BE36-C430C97E908B}" destId="{FB143C7F-DC37-4F97-B6E8-8DF5651F1879}" srcOrd="20" destOrd="0" presId="urn:microsoft.com/office/officeart/2005/8/layout/list1"/>
    <dgm:cxn modelId="{78203BE2-07DB-4EDB-90B0-3AC84A2F47A5}" type="presParOf" srcId="{FB143C7F-DC37-4F97-B6E8-8DF5651F1879}" destId="{87B32AFD-51AD-4C83-BF55-C5A91DB04A3B}" srcOrd="0" destOrd="0" presId="urn:microsoft.com/office/officeart/2005/8/layout/list1"/>
    <dgm:cxn modelId="{C14930D3-916D-4BB6-AF4A-04BC639A5762}" type="presParOf" srcId="{FB143C7F-DC37-4F97-B6E8-8DF5651F1879}" destId="{C72FB398-D9EA-46A7-BCD7-B1129B6E2B7C}" srcOrd="1" destOrd="0" presId="urn:microsoft.com/office/officeart/2005/8/layout/list1"/>
    <dgm:cxn modelId="{3B3145D2-7FC6-4A91-9B6B-CF579F1CCE3D}" type="presParOf" srcId="{CC50429D-4C41-4EA5-BE36-C430C97E908B}" destId="{49152F95-3163-4F1E-A434-5F40171EB309}" srcOrd="21" destOrd="0" presId="urn:microsoft.com/office/officeart/2005/8/layout/list1"/>
    <dgm:cxn modelId="{0568D52B-B44F-4E96-8D4A-EEFE7A2D5324}" type="presParOf" srcId="{CC50429D-4C41-4EA5-BE36-C430C97E908B}" destId="{B9298382-500B-4074-9E99-656D34454AE7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529852-75EB-44EF-86F8-AAF330E1917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60E11BD-5C1A-4858-8FFF-78A4CEE1438C}">
      <dgm:prSet/>
      <dgm:spPr/>
      <dgm:t>
        <a:bodyPr/>
        <a:lstStyle/>
        <a:p>
          <a:r>
            <a:rPr lang="en-US"/>
            <a:t>improve service efficiency customer satisfaction</a:t>
          </a:r>
        </a:p>
      </dgm:t>
    </dgm:pt>
    <dgm:pt modelId="{A1802830-F4C3-4EE1-AB3A-C23BA4F9AF0A}" type="parTrans" cxnId="{B1623A44-BE57-4FAF-92AC-5D1CAADF2EC8}">
      <dgm:prSet/>
      <dgm:spPr/>
      <dgm:t>
        <a:bodyPr/>
        <a:lstStyle/>
        <a:p>
          <a:endParaRPr lang="en-US"/>
        </a:p>
      </dgm:t>
    </dgm:pt>
    <dgm:pt modelId="{2381D36D-2410-444C-9836-AFE906B878D2}" type="sibTrans" cxnId="{B1623A44-BE57-4FAF-92AC-5D1CAADF2EC8}">
      <dgm:prSet/>
      <dgm:spPr/>
      <dgm:t>
        <a:bodyPr/>
        <a:lstStyle/>
        <a:p>
          <a:endParaRPr lang="en-US"/>
        </a:p>
      </dgm:t>
    </dgm:pt>
    <dgm:pt modelId="{3A7646BD-1D9B-48AF-B284-BF7B50051344}">
      <dgm:prSet/>
      <dgm:spPr/>
      <dgm:t>
        <a:bodyPr/>
        <a:lstStyle/>
        <a:p>
          <a:r>
            <a:rPr lang="en-US"/>
            <a:t>Improve revenue performance,</a:t>
          </a:r>
        </a:p>
      </dgm:t>
    </dgm:pt>
    <dgm:pt modelId="{10D746EA-8490-4C6D-B336-BB9B079AD970}" type="parTrans" cxnId="{6992651A-A46B-4AE4-8F41-FF7C5009799B}">
      <dgm:prSet/>
      <dgm:spPr/>
      <dgm:t>
        <a:bodyPr/>
        <a:lstStyle/>
        <a:p>
          <a:endParaRPr lang="en-US"/>
        </a:p>
      </dgm:t>
    </dgm:pt>
    <dgm:pt modelId="{43DA2ACA-445D-48F6-A095-C4091C3D5360}" type="sibTrans" cxnId="{6992651A-A46B-4AE4-8F41-FF7C5009799B}">
      <dgm:prSet/>
      <dgm:spPr/>
      <dgm:t>
        <a:bodyPr/>
        <a:lstStyle/>
        <a:p>
          <a:endParaRPr lang="en-US"/>
        </a:p>
      </dgm:t>
    </dgm:pt>
    <dgm:pt modelId="{39582CF2-E911-4F1B-81FA-DC9717517D54}">
      <dgm:prSet/>
      <dgm:spPr/>
      <dgm:t>
        <a:bodyPr/>
        <a:lstStyle/>
        <a:p>
          <a:r>
            <a:rPr lang="en-US"/>
            <a:t>Provide early recommendation </a:t>
          </a:r>
        </a:p>
      </dgm:t>
    </dgm:pt>
    <dgm:pt modelId="{B8F4CAD3-13E5-4834-9272-B421BC3EE8A4}" type="parTrans" cxnId="{AC8B1FBB-35A4-4AAB-A5D8-9B8F73ED95D7}">
      <dgm:prSet/>
      <dgm:spPr/>
      <dgm:t>
        <a:bodyPr/>
        <a:lstStyle/>
        <a:p>
          <a:endParaRPr lang="en-US"/>
        </a:p>
      </dgm:t>
    </dgm:pt>
    <dgm:pt modelId="{1749C39D-D563-467A-AB1C-82C6D27E8568}" type="sibTrans" cxnId="{AC8B1FBB-35A4-4AAB-A5D8-9B8F73ED95D7}">
      <dgm:prSet/>
      <dgm:spPr/>
      <dgm:t>
        <a:bodyPr/>
        <a:lstStyle/>
        <a:p>
          <a:endParaRPr lang="en-US"/>
        </a:p>
      </dgm:t>
    </dgm:pt>
    <dgm:pt modelId="{0C95F82E-B2C8-42E2-A163-AE8458345E5D}" type="pres">
      <dgm:prSet presAssocID="{88529852-75EB-44EF-86F8-AAF330E1917D}" presName="linear" presStyleCnt="0">
        <dgm:presLayoutVars>
          <dgm:animLvl val="lvl"/>
          <dgm:resizeHandles val="exact"/>
        </dgm:presLayoutVars>
      </dgm:prSet>
      <dgm:spPr/>
    </dgm:pt>
    <dgm:pt modelId="{EF81EDC6-197E-41CD-91A1-4E7A3A4444A9}" type="pres">
      <dgm:prSet presAssocID="{F60E11BD-5C1A-4858-8FFF-78A4CEE1438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C113362-CB66-4F61-AC5E-DC000373E9F4}" type="pres">
      <dgm:prSet presAssocID="{2381D36D-2410-444C-9836-AFE906B878D2}" presName="spacer" presStyleCnt="0"/>
      <dgm:spPr/>
    </dgm:pt>
    <dgm:pt modelId="{6CA06EEC-1787-46C1-B1EF-44025EB861C8}" type="pres">
      <dgm:prSet presAssocID="{3A7646BD-1D9B-48AF-B284-BF7B5005134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C7DE338-81CE-410E-9DEC-D9241D1DD524}" type="pres">
      <dgm:prSet presAssocID="{43DA2ACA-445D-48F6-A095-C4091C3D5360}" presName="spacer" presStyleCnt="0"/>
      <dgm:spPr/>
    </dgm:pt>
    <dgm:pt modelId="{C5293A23-B97D-43F3-B377-1BF5D4640464}" type="pres">
      <dgm:prSet presAssocID="{39582CF2-E911-4F1B-81FA-DC9717517D5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992651A-A46B-4AE4-8F41-FF7C5009799B}" srcId="{88529852-75EB-44EF-86F8-AAF330E1917D}" destId="{3A7646BD-1D9B-48AF-B284-BF7B50051344}" srcOrd="1" destOrd="0" parTransId="{10D746EA-8490-4C6D-B336-BB9B079AD970}" sibTransId="{43DA2ACA-445D-48F6-A095-C4091C3D5360}"/>
    <dgm:cxn modelId="{B1623A44-BE57-4FAF-92AC-5D1CAADF2EC8}" srcId="{88529852-75EB-44EF-86F8-AAF330E1917D}" destId="{F60E11BD-5C1A-4858-8FFF-78A4CEE1438C}" srcOrd="0" destOrd="0" parTransId="{A1802830-F4C3-4EE1-AB3A-C23BA4F9AF0A}" sibTransId="{2381D36D-2410-444C-9836-AFE906B878D2}"/>
    <dgm:cxn modelId="{03F74959-94C1-43F4-BDFE-4B467B0E13F4}" type="presOf" srcId="{F60E11BD-5C1A-4858-8FFF-78A4CEE1438C}" destId="{EF81EDC6-197E-41CD-91A1-4E7A3A4444A9}" srcOrd="0" destOrd="0" presId="urn:microsoft.com/office/officeart/2005/8/layout/vList2"/>
    <dgm:cxn modelId="{1BB7315A-AA0F-421C-A316-42D7223F40CD}" type="presOf" srcId="{3A7646BD-1D9B-48AF-B284-BF7B50051344}" destId="{6CA06EEC-1787-46C1-B1EF-44025EB861C8}" srcOrd="0" destOrd="0" presId="urn:microsoft.com/office/officeart/2005/8/layout/vList2"/>
    <dgm:cxn modelId="{AC8B1FBB-35A4-4AAB-A5D8-9B8F73ED95D7}" srcId="{88529852-75EB-44EF-86F8-AAF330E1917D}" destId="{39582CF2-E911-4F1B-81FA-DC9717517D54}" srcOrd="2" destOrd="0" parTransId="{B8F4CAD3-13E5-4834-9272-B421BC3EE8A4}" sibTransId="{1749C39D-D563-467A-AB1C-82C6D27E8568}"/>
    <dgm:cxn modelId="{78DE48C4-9249-47D3-9337-602FA1FC90ED}" type="presOf" srcId="{88529852-75EB-44EF-86F8-AAF330E1917D}" destId="{0C95F82E-B2C8-42E2-A163-AE8458345E5D}" srcOrd="0" destOrd="0" presId="urn:microsoft.com/office/officeart/2005/8/layout/vList2"/>
    <dgm:cxn modelId="{F81AFCEB-D4D1-4811-B11A-DB081DAC05D6}" type="presOf" srcId="{39582CF2-E911-4F1B-81FA-DC9717517D54}" destId="{C5293A23-B97D-43F3-B377-1BF5D4640464}" srcOrd="0" destOrd="0" presId="urn:microsoft.com/office/officeart/2005/8/layout/vList2"/>
    <dgm:cxn modelId="{939CA998-4D6A-4CFD-A1F7-2B6AC001F03C}" type="presParOf" srcId="{0C95F82E-B2C8-42E2-A163-AE8458345E5D}" destId="{EF81EDC6-197E-41CD-91A1-4E7A3A4444A9}" srcOrd="0" destOrd="0" presId="urn:microsoft.com/office/officeart/2005/8/layout/vList2"/>
    <dgm:cxn modelId="{EFFEF342-E672-4CF4-9F3A-F6C993815B63}" type="presParOf" srcId="{0C95F82E-B2C8-42E2-A163-AE8458345E5D}" destId="{4C113362-CB66-4F61-AC5E-DC000373E9F4}" srcOrd="1" destOrd="0" presId="urn:microsoft.com/office/officeart/2005/8/layout/vList2"/>
    <dgm:cxn modelId="{ADA8F536-589B-4667-A2EB-4D41F466FEEE}" type="presParOf" srcId="{0C95F82E-B2C8-42E2-A163-AE8458345E5D}" destId="{6CA06EEC-1787-46C1-B1EF-44025EB861C8}" srcOrd="2" destOrd="0" presId="urn:microsoft.com/office/officeart/2005/8/layout/vList2"/>
    <dgm:cxn modelId="{09482C16-0A15-427C-BB82-3D5E98305738}" type="presParOf" srcId="{0C95F82E-B2C8-42E2-A163-AE8458345E5D}" destId="{BC7DE338-81CE-410E-9DEC-D9241D1DD524}" srcOrd="3" destOrd="0" presId="urn:microsoft.com/office/officeart/2005/8/layout/vList2"/>
    <dgm:cxn modelId="{1D6D5FB4-7104-432E-9198-998B6825D614}" type="presParOf" srcId="{0C95F82E-B2C8-42E2-A163-AE8458345E5D}" destId="{C5293A23-B97D-43F3-B377-1BF5D464046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DE8296-0FEA-41D2-97F4-7BB8B1BF49A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2141A2-66CA-44B8-8A44-4165485F48D4}">
      <dgm:prSet/>
      <dgm:spPr/>
      <dgm:t>
        <a:bodyPr/>
        <a:lstStyle/>
        <a:p>
          <a:r>
            <a:rPr lang="en-US"/>
            <a:t>• High cancellation rates during peak hours due to driver unavailability.</a:t>
          </a:r>
        </a:p>
      </dgm:t>
    </dgm:pt>
    <dgm:pt modelId="{AA14C134-FAB5-4C92-A875-F74745D7B0CE}" type="parTrans" cxnId="{64A650B6-6EAD-4BCA-8EB0-E577D7119474}">
      <dgm:prSet/>
      <dgm:spPr/>
      <dgm:t>
        <a:bodyPr/>
        <a:lstStyle/>
        <a:p>
          <a:endParaRPr lang="en-US"/>
        </a:p>
      </dgm:t>
    </dgm:pt>
    <dgm:pt modelId="{96263FE2-C4A7-4F4C-A03B-C087F3FA2334}" type="sibTrans" cxnId="{64A650B6-6EAD-4BCA-8EB0-E577D7119474}">
      <dgm:prSet/>
      <dgm:spPr/>
      <dgm:t>
        <a:bodyPr/>
        <a:lstStyle/>
        <a:p>
          <a:endParaRPr lang="en-US"/>
        </a:p>
      </dgm:t>
    </dgm:pt>
    <dgm:pt modelId="{09890840-38ED-442A-A0A4-06A4E194316A}">
      <dgm:prSet/>
      <dgm:spPr/>
      <dgm:t>
        <a:bodyPr/>
        <a:lstStyle/>
        <a:p>
          <a:r>
            <a:rPr lang="en-US"/>
            <a:t>• Imbalance between search demand and completed trips in certain assemblies.</a:t>
          </a:r>
        </a:p>
      </dgm:t>
    </dgm:pt>
    <dgm:pt modelId="{CD6F2FED-2418-4C2A-A7DE-7899E2283FEA}" type="parTrans" cxnId="{6E067542-6F81-4F40-ABB6-608E75BE4127}">
      <dgm:prSet/>
      <dgm:spPr/>
      <dgm:t>
        <a:bodyPr/>
        <a:lstStyle/>
        <a:p>
          <a:endParaRPr lang="en-US"/>
        </a:p>
      </dgm:t>
    </dgm:pt>
    <dgm:pt modelId="{170EB5EB-9D2B-491C-9B2A-6A7533A622F7}" type="sibTrans" cxnId="{6E067542-6F81-4F40-ABB6-608E75BE4127}">
      <dgm:prSet/>
      <dgm:spPr/>
      <dgm:t>
        <a:bodyPr/>
        <a:lstStyle/>
        <a:p>
          <a:endParaRPr lang="en-US"/>
        </a:p>
      </dgm:t>
    </dgm:pt>
    <dgm:pt modelId="{F0DD5B2F-A353-44AF-B617-EB74759C43E5}">
      <dgm:prSet/>
      <dgm:spPr/>
      <dgm:t>
        <a:bodyPr/>
        <a:lstStyle/>
        <a:p>
          <a:r>
            <a:rPr lang="en-US"/>
            <a:t>• Variation in fare acceptance leads to inconsistent trip conversions.</a:t>
          </a:r>
        </a:p>
      </dgm:t>
    </dgm:pt>
    <dgm:pt modelId="{93619F42-8900-4A22-8717-D6545E826F7A}" type="parTrans" cxnId="{CA785AB3-548F-42B9-88AF-3ACD79EB849C}">
      <dgm:prSet/>
      <dgm:spPr/>
      <dgm:t>
        <a:bodyPr/>
        <a:lstStyle/>
        <a:p>
          <a:endParaRPr lang="en-US"/>
        </a:p>
      </dgm:t>
    </dgm:pt>
    <dgm:pt modelId="{76E8421D-5C91-41AA-A904-0507F2DDFA6B}" type="sibTrans" cxnId="{CA785AB3-548F-42B9-88AF-3ACD79EB849C}">
      <dgm:prSet/>
      <dgm:spPr/>
      <dgm:t>
        <a:bodyPr/>
        <a:lstStyle/>
        <a:p>
          <a:endParaRPr lang="en-US"/>
        </a:p>
      </dgm:t>
    </dgm:pt>
    <dgm:pt modelId="{C1A89DF8-CC49-4EB8-A828-30EDDDE6BB71}">
      <dgm:prSet/>
      <dgm:spPr/>
      <dgm:t>
        <a:bodyPr/>
        <a:lstStyle/>
        <a:p>
          <a:r>
            <a:rPr lang="en-US"/>
            <a:t>• Limited supply during late-night hours reduces completion rate.</a:t>
          </a:r>
        </a:p>
      </dgm:t>
    </dgm:pt>
    <dgm:pt modelId="{4BEC318C-1B46-4D8E-8013-B6789952FDE7}" type="parTrans" cxnId="{35567176-7698-425B-A6B1-1CAA5E2F985B}">
      <dgm:prSet/>
      <dgm:spPr/>
      <dgm:t>
        <a:bodyPr/>
        <a:lstStyle/>
        <a:p>
          <a:endParaRPr lang="en-US"/>
        </a:p>
      </dgm:t>
    </dgm:pt>
    <dgm:pt modelId="{2935EA1B-9F02-42C7-AB6A-7D792CF0D2FF}" type="sibTrans" cxnId="{35567176-7698-425B-A6B1-1CAA5E2F985B}">
      <dgm:prSet/>
      <dgm:spPr/>
      <dgm:t>
        <a:bodyPr/>
        <a:lstStyle/>
        <a:p>
          <a:endParaRPr lang="en-US"/>
        </a:p>
      </dgm:t>
    </dgm:pt>
    <dgm:pt modelId="{9D78DBCA-6351-44CD-812E-6ECC06BAAFFA}">
      <dgm:prSet/>
      <dgm:spPr/>
      <dgm:t>
        <a:bodyPr/>
        <a:lstStyle/>
        <a:p>
          <a:r>
            <a:rPr lang="en-US"/>
            <a:t>• Lack of forecasting leads to unplanned supply shortages.</a:t>
          </a:r>
        </a:p>
      </dgm:t>
    </dgm:pt>
    <dgm:pt modelId="{67BDC383-9484-40F9-9637-F5EEA9FC2EA9}" type="parTrans" cxnId="{EE92FA49-2CFA-4EDF-958C-B20288D35C65}">
      <dgm:prSet/>
      <dgm:spPr/>
      <dgm:t>
        <a:bodyPr/>
        <a:lstStyle/>
        <a:p>
          <a:endParaRPr lang="en-US"/>
        </a:p>
      </dgm:t>
    </dgm:pt>
    <dgm:pt modelId="{CE22369E-E2B5-41C6-A561-28E2A31AAFFA}" type="sibTrans" cxnId="{EE92FA49-2CFA-4EDF-958C-B20288D35C65}">
      <dgm:prSet/>
      <dgm:spPr/>
      <dgm:t>
        <a:bodyPr/>
        <a:lstStyle/>
        <a:p>
          <a:endParaRPr lang="en-US"/>
        </a:p>
      </dgm:t>
    </dgm:pt>
    <dgm:pt modelId="{A93EA7B6-6235-4EE4-AE62-0827C0F5F130}" type="pres">
      <dgm:prSet presAssocID="{0CDE8296-0FEA-41D2-97F4-7BB8B1BF49A5}" presName="linear" presStyleCnt="0">
        <dgm:presLayoutVars>
          <dgm:animLvl val="lvl"/>
          <dgm:resizeHandles val="exact"/>
        </dgm:presLayoutVars>
      </dgm:prSet>
      <dgm:spPr/>
    </dgm:pt>
    <dgm:pt modelId="{1A87CE08-B7BC-44C3-8F2F-269C06839864}" type="pres">
      <dgm:prSet presAssocID="{522141A2-66CA-44B8-8A44-4165485F48D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F540A4C-D054-4AE7-A1F9-79C8A7ACDFAE}" type="pres">
      <dgm:prSet presAssocID="{96263FE2-C4A7-4F4C-A03B-C087F3FA2334}" presName="spacer" presStyleCnt="0"/>
      <dgm:spPr/>
    </dgm:pt>
    <dgm:pt modelId="{A977E236-8894-4338-AD11-9BA5939161B1}" type="pres">
      <dgm:prSet presAssocID="{09890840-38ED-442A-A0A4-06A4E194316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8F8F38B-C475-474D-98DF-9A4BEF732DD1}" type="pres">
      <dgm:prSet presAssocID="{170EB5EB-9D2B-491C-9B2A-6A7533A622F7}" presName="spacer" presStyleCnt="0"/>
      <dgm:spPr/>
    </dgm:pt>
    <dgm:pt modelId="{26E24A30-D92E-4635-A4DD-E1919E9D6A92}" type="pres">
      <dgm:prSet presAssocID="{F0DD5B2F-A353-44AF-B617-EB74759C43E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9068355-19FE-4BAE-A6B2-26451FB963E5}" type="pres">
      <dgm:prSet presAssocID="{76E8421D-5C91-41AA-A904-0507F2DDFA6B}" presName="spacer" presStyleCnt="0"/>
      <dgm:spPr/>
    </dgm:pt>
    <dgm:pt modelId="{5A847BA0-7C3E-4624-80BB-878DC2D0DF23}" type="pres">
      <dgm:prSet presAssocID="{C1A89DF8-CC49-4EB8-A828-30EDDDE6BB7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94FB8E6-C633-4AF0-A494-A74BD9C8F444}" type="pres">
      <dgm:prSet presAssocID="{2935EA1B-9F02-42C7-AB6A-7D792CF0D2FF}" presName="spacer" presStyleCnt="0"/>
      <dgm:spPr/>
    </dgm:pt>
    <dgm:pt modelId="{BB0AE6DD-7F10-4FE3-B8AB-EE13FDBB30C4}" type="pres">
      <dgm:prSet presAssocID="{9D78DBCA-6351-44CD-812E-6ECC06BAAFF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F5B5706-A835-4BFF-A7FF-1064C91CAA72}" type="presOf" srcId="{09890840-38ED-442A-A0A4-06A4E194316A}" destId="{A977E236-8894-4338-AD11-9BA5939161B1}" srcOrd="0" destOrd="0" presId="urn:microsoft.com/office/officeart/2005/8/layout/vList2"/>
    <dgm:cxn modelId="{0883D327-3BDE-419E-913D-A38ED843E74D}" type="presOf" srcId="{C1A89DF8-CC49-4EB8-A828-30EDDDE6BB71}" destId="{5A847BA0-7C3E-4624-80BB-878DC2D0DF23}" srcOrd="0" destOrd="0" presId="urn:microsoft.com/office/officeart/2005/8/layout/vList2"/>
    <dgm:cxn modelId="{F17ACD2F-C62A-4921-BB1F-2E4421E65A40}" type="presOf" srcId="{9D78DBCA-6351-44CD-812E-6ECC06BAAFFA}" destId="{BB0AE6DD-7F10-4FE3-B8AB-EE13FDBB30C4}" srcOrd="0" destOrd="0" presId="urn:microsoft.com/office/officeart/2005/8/layout/vList2"/>
    <dgm:cxn modelId="{6E067542-6F81-4F40-ABB6-608E75BE4127}" srcId="{0CDE8296-0FEA-41D2-97F4-7BB8B1BF49A5}" destId="{09890840-38ED-442A-A0A4-06A4E194316A}" srcOrd="1" destOrd="0" parTransId="{CD6F2FED-2418-4C2A-A7DE-7899E2283FEA}" sibTransId="{170EB5EB-9D2B-491C-9B2A-6A7533A622F7}"/>
    <dgm:cxn modelId="{EE92FA49-2CFA-4EDF-958C-B20288D35C65}" srcId="{0CDE8296-0FEA-41D2-97F4-7BB8B1BF49A5}" destId="{9D78DBCA-6351-44CD-812E-6ECC06BAAFFA}" srcOrd="4" destOrd="0" parTransId="{67BDC383-9484-40F9-9637-F5EEA9FC2EA9}" sibTransId="{CE22369E-E2B5-41C6-A561-28E2A31AAFFA}"/>
    <dgm:cxn modelId="{35567176-7698-425B-A6B1-1CAA5E2F985B}" srcId="{0CDE8296-0FEA-41D2-97F4-7BB8B1BF49A5}" destId="{C1A89DF8-CC49-4EB8-A828-30EDDDE6BB71}" srcOrd="3" destOrd="0" parTransId="{4BEC318C-1B46-4D8E-8013-B6789952FDE7}" sibTransId="{2935EA1B-9F02-42C7-AB6A-7D792CF0D2FF}"/>
    <dgm:cxn modelId="{BFBA379F-20B3-493A-BE79-86D83B9C4185}" type="presOf" srcId="{522141A2-66CA-44B8-8A44-4165485F48D4}" destId="{1A87CE08-B7BC-44C3-8F2F-269C06839864}" srcOrd="0" destOrd="0" presId="urn:microsoft.com/office/officeart/2005/8/layout/vList2"/>
    <dgm:cxn modelId="{CA785AB3-548F-42B9-88AF-3ACD79EB849C}" srcId="{0CDE8296-0FEA-41D2-97F4-7BB8B1BF49A5}" destId="{F0DD5B2F-A353-44AF-B617-EB74759C43E5}" srcOrd="2" destOrd="0" parTransId="{93619F42-8900-4A22-8717-D6545E826F7A}" sibTransId="{76E8421D-5C91-41AA-A904-0507F2DDFA6B}"/>
    <dgm:cxn modelId="{64A650B6-6EAD-4BCA-8EB0-E577D7119474}" srcId="{0CDE8296-0FEA-41D2-97F4-7BB8B1BF49A5}" destId="{522141A2-66CA-44B8-8A44-4165485F48D4}" srcOrd="0" destOrd="0" parTransId="{AA14C134-FAB5-4C92-A875-F74745D7B0CE}" sibTransId="{96263FE2-C4A7-4F4C-A03B-C087F3FA2334}"/>
    <dgm:cxn modelId="{EA4DA9DF-1B59-4293-84A8-A598A060BBC2}" type="presOf" srcId="{F0DD5B2F-A353-44AF-B617-EB74759C43E5}" destId="{26E24A30-D92E-4635-A4DD-E1919E9D6A92}" srcOrd="0" destOrd="0" presId="urn:microsoft.com/office/officeart/2005/8/layout/vList2"/>
    <dgm:cxn modelId="{7FB46DFB-1A02-4CAC-9F34-1143856F9629}" type="presOf" srcId="{0CDE8296-0FEA-41D2-97F4-7BB8B1BF49A5}" destId="{A93EA7B6-6235-4EE4-AE62-0827C0F5F130}" srcOrd="0" destOrd="0" presId="urn:microsoft.com/office/officeart/2005/8/layout/vList2"/>
    <dgm:cxn modelId="{D1282342-C376-4D5D-9B21-B1701B7A899B}" type="presParOf" srcId="{A93EA7B6-6235-4EE4-AE62-0827C0F5F130}" destId="{1A87CE08-B7BC-44C3-8F2F-269C06839864}" srcOrd="0" destOrd="0" presId="urn:microsoft.com/office/officeart/2005/8/layout/vList2"/>
    <dgm:cxn modelId="{B971E6D1-C7CB-43F6-BD9A-A8776A83FB89}" type="presParOf" srcId="{A93EA7B6-6235-4EE4-AE62-0827C0F5F130}" destId="{EF540A4C-D054-4AE7-A1F9-79C8A7ACDFAE}" srcOrd="1" destOrd="0" presId="urn:microsoft.com/office/officeart/2005/8/layout/vList2"/>
    <dgm:cxn modelId="{E2FC511A-FADA-48AD-8A0B-49F0DEE7D911}" type="presParOf" srcId="{A93EA7B6-6235-4EE4-AE62-0827C0F5F130}" destId="{A977E236-8894-4338-AD11-9BA5939161B1}" srcOrd="2" destOrd="0" presId="urn:microsoft.com/office/officeart/2005/8/layout/vList2"/>
    <dgm:cxn modelId="{65A1B387-4414-4684-9A67-20B529CAC933}" type="presParOf" srcId="{A93EA7B6-6235-4EE4-AE62-0827C0F5F130}" destId="{08F8F38B-C475-474D-98DF-9A4BEF732DD1}" srcOrd="3" destOrd="0" presId="urn:microsoft.com/office/officeart/2005/8/layout/vList2"/>
    <dgm:cxn modelId="{0A1CF26B-3D42-4E4A-A80E-B62627B5FEAC}" type="presParOf" srcId="{A93EA7B6-6235-4EE4-AE62-0827C0F5F130}" destId="{26E24A30-D92E-4635-A4DD-E1919E9D6A92}" srcOrd="4" destOrd="0" presId="urn:microsoft.com/office/officeart/2005/8/layout/vList2"/>
    <dgm:cxn modelId="{1964E009-C65C-45F1-9820-F57A1F3078EB}" type="presParOf" srcId="{A93EA7B6-6235-4EE4-AE62-0827C0F5F130}" destId="{C9068355-19FE-4BAE-A6B2-26451FB963E5}" srcOrd="5" destOrd="0" presId="urn:microsoft.com/office/officeart/2005/8/layout/vList2"/>
    <dgm:cxn modelId="{8DBBE31B-7496-45EE-862B-EF5C3542C1DA}" type="presParOf" srcId="{A93EA7B6-6235-4EE4-AE62-0827C0F5F130}" destId="{5A847BA0-7C3E-4624-80BB-878DC2D0DF23}" srcOrd="6" destOrd="0" presId="urn:microsoft.com/office/officeart/2005/8/layout/vList2"/>
    <dgm:cxn modelId="{D17252A6-3F4E-4659-AFD8-79846B8ADA31}" type="presParOf" srcId="{A93EA7B6-6235-4EE4-AE62-0827C0F5F130}" destId="{F94FB8E6-C633-4AF0-A494-A74BD9C8F444}" srcOrd="7" destOrd="0" presId="urn:microsoft.com/office/officeart/2005/8/layout/vList2"/>
    <dgm:cxn modelId="{5F01B28E-D1A8-48E5-84B1-C1F686EF32CC}" type="presParOf" srcId="{A93EA7B6-6235-4EE4-AE62-0827C0F5F130}" destId="{BB0AE6DD-7F10-4FE3-B8AB-EE13FDBB30C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72989B-3996-45F7-B3E7-7F39A7915CA1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D93620-EF1F-4C7F-A554-4B03C215EB9B}">
      <dgm:prSet/>
      <dgm:spPr/>
      <dgm:t>
        <a:bodyPr/>
        <a:lstStyle/>
        <a:p>
          <a:r>
            <a:rPr lang="en-US" dirty="0"/>
            <a:t>Implement</a:t>
          </a:r>
        </a:p>
      </dgm:t>
    </dgm:pt>
    <dgm:pt modelId="{87E4BBA9-B135-4769-9A3F-3CA9FCAE63DC}" type="parTrans" cxnId="{D4EF5C31-80A0-4CC6-A60E-5E54E4D85B5D}">
      <dgm:prSet/>
      <dgm:spPr/>
      <dgm:t>
        <a:bodyPr/>
        <a:lstStyle/>
        <a:p>
          <a:endParaRPr lang="en-US"/>
        </a:p>
      </dgm:t>
    </dgm:pt>
    <dgm:pt modelId="{F89E5C21-8C0B-4178-A0CA-4C72568284B3}" type="sibTrans" cxnId="{D4EF5C31-80A0-4CC6-A60E-5E54E4D85B5D}">
      <dgm:prSet/>
      <dgm:spPr/>
      <dgm:t>
        <a:bodyPr/>
        <a:lstStyle/>
        <a:p>
          <a:endParaRPr lang="en-US"/>
        </a:p>
      </dgm:t>
    </dgm:pt>
    <dgm:pt modelId="{9A7AFD24-0054-4CFE-8A10-4B1F1BD1A142}">
      <dgm:prSet custT="1"/>
      <dgm:spPr/>
      <dgm:t>
        <a:bodyPr/>
        <a:lstStyle/>
        <a:p>
          <a:r>
            <a:rPr lang="en-US" sz="1500" dirty="0"/>
            <a:t>Implement demand forecasting models using hourly and geospatial patterns.</a:t>
          </a:r>
        </a:p>
      </dgm:t>
    </dgm:pt>
    <dgm:pt modelId="{9B887FD3-ED2A-4D6C-BBD7-19000610B8D1}" type="parTrans" cxnId="{52F23347-8D09-4CEE-967D-6EB442E44053}">
      <dgm:prSet/>
      <dgm:spPr/>
      <dgm:t>
        <a:bodyPr/>
        <a:lstStyle/>
        <a:p>
          <a:endParaRPr lang="en-US"/>
        </a:p>
      </dgm:t>
    </dgm:pt>
    <dgm:pt modelId="{091A4E61-8F3F-4D24-882C-C048C6E9F132}" type="sibTrans" cxnId="{52F23347-8D09-4CEE-967D-6EB442E44053}">
      <dgm:prSet/>
      <dgm:spPr/>
      <dgm:t>
        <a:bodyPr/>
        <a:lstStyle/>
        <a:p>
          <a:endParaRPr lang="en-US"/>
        </a:p>
      </dgm:t>
    </dgm:pt>
    <dgm:pt modelId="{FEC1CF85-73C2-449D-81D7-3E94FBECD9DA}">
      <dgm:prSet custT="1"/>
      <dgm:spPr/>
      <dgm:t>
        <a:bodyPr/>
        <a:lstStyle/>
        <a:p>
          <a:r>
            <a:rPr lang="en-US" sz="1600" dirty="0"/>
            <a:t>Enhance</a:t>
          </a:r>
        </a:p>
      </dgm:t>
    </dgm:pt>
    <dgm:pt modelId="{3B36DAE7-DF5C-40F8-B7EE-B1CA54EB98ED}" type="parTrans" cxnId="{69CDE98E-8A29-4EC1-8FCC-166E62F8E43B}">
      <dgm:prSet/>
      <dgm:spPr/>
      <dgm:t>
        <a:bodyPr/>
        <a:lstStyle/>
        <a:p>
          <a:endParaRPr lang="en-US"/>
        </a:p>
      </dgm:t>
    </dgm:pt>
    <dgm:pt modelId="{B01575ED-3666-453B-AE7C-C3CCD10BE499}" type="sibTrans" cxnId="{69CDE98E-8A29-4EC1-8FCC-166E62F8E43B}">
      <dgm:prSet/>
      <dgm:spPr/>
      <dgm:t>
        <a:bodyPr/>
        <a:lstStyle/>
        <a:p>
          <a:endParaRPr lang="en-US"/>
        </a:p>
      </dgm:t>
    </dgm:pt>
    <dgm:pt modelId="{4807542E-9A69-4C17-9A56-864FA05CB451}">
      <dgm:prSet custT="1"/>
      <dgm:spPr/>
      <dgm:t>
        <a:bodyPr/>
        <a:lstStyle/>
        <a:p>
          <a:r>
            <a:rPr lang="en-US" sz="1500" dirty="0"/>
            <a:t>Enhance data model normalization for time, geography, and trip event sequences</a:t>
          </a:r>
          <a:r>
            <a:rPr lang="en-US" sz="1200" dirty="0"/>
            <a:t>.</a:t>
          </a:r>
        </a:p>
      </dgm:t>
    </dgm:pt>
    <dgm:pt modelId="{128AF7ED-4D24-46D8-9AB0-1CA2DB696E68}" type="parTrans" cxnId="{30F53E95-28CE-498C-9987-3564A9AB0E06}">
      <dgm:prSet/>
      <dgm:spPr/>
      <dgm:t>
        <a:bodyPr/>
        <a:lstStyle/>
        <a:p>
          <a:endParaRPr lang="en-US"/>
        </a:p>
      </dgm:t>
    </dgm:pt>
    <dgm:pt modelId="{963AD2D4-A0A3-4C67-960B-89DC2986D361}" type="sibTrans" cxnId="{30F53E95-28CE-498C-9987-3564A9AB0E06}">
      <dgm:prSet/>
      <dgm:spPr/>
      <dgm:t>
        <a:bodyPr/>
        <a:lstStyle/>
        <a:p>
          <a:endParaRPr lang="en-US"/>
        </a:p>
      </dgm:t>
    </dgm:pt>
    <dgm:pt modelId="{DC2E7843-F5DD-4A10-97DD-AA331FAAC955}">
      <dgm:prSet custT="1"/>
      <dgm:spPr/>
      <dgm:t>
        <a:bodyPr/>
        <a:lstStyle/>
        <a:p>
          <a:r>
            <a:rPr lang="en-US" sz="1600" dirty="0"/>
            <a:t>Build</a:t>
          </a:r>
        </a:p>
      </dgm:t>
    </dgm:pt>
    <dgm:pt modelId="{EDD36CA7-B808-4B8C-A4EB-7D961F48F8FC}" type="parTrans" cxnId="{480FB0B5-7F21-4BAD-88AA-4832C9F85CE0}">
      <dgm:prSet/>
      <dgm:spPr/>
      <dgm:t>
        <a:bodyPr/>
        <a:lstStyle/>
        <a:p>
          <a:endParaRPr lang="en-US"/>
        </a:p>
      </dgm:t>
    </dgm:pt>
    <dgm:pt modelId="{7FA53FDF-EA21-4764-916F-45E2D82ED949}" type="sibTrans" cxnId="{480FB0B5-7F21-4BAD-88AA-4832C9F85CE0}">
      <dgm:prSet/>
      <dgm:spPr/>
      <dgm:t>
        <a:bodyPr/>
        <a:lstStyle/>
        <a:p>
          <a:endParaRPr lang="en-US"/>
        </a:p>
      </dgm:t>
    </dgm:pt>
    <dgm:pt modelId="{75E3FF32-4D26-46C8-800E-675FAD963E66}">
      <dgm:prSet custT="1"/>
      <dgm:spPr/>
      <dgm:t>
        <a:bodyPr/>
        <a:lstStyle/>
        <a:p>
          <a:r>
            <a:rPr lang="en-US" sz="1500" dirty="0"/>
            <a:t>Build machine-learning–based dynamic allocation engine to reduce cancellations.</a:t>
          </a:r>
        </a:p>
      </dgm:t>
    </dgm:pt>
    <dgm:pt modelId="{B8F67DA5-BD2D-4967-B499-9CD9A0086D0D}" type="parTrans" cxnId="{FDC8614E-CE56-4530-8066-1F3BB7248782}">
      <dgm:prSet/>
      <dgm:spPr/>
      <dgm:t>
        <a:bodyPr/>
        <a:lstStyle/>
        <a:p>
          <a:endParaRPr lang="en-US"/>
        </a:p>
      </dgm:t>
    </dgm:pt>
    <dgm:pt modelId="{B1A370DF-88CF-4DB0-AACB-3375CEC80519}" type="sibTrans" cxnId="{FDC8614E-CE56-4530-8066-1F3BB7248782}">
      <dgm:prSet/>
      <dgm:spPr/>
      <dgm:t>
        <a:bodyPr/>
        <a:lstStyle/>
        <a:p>
          <a:endParaRPr lang="en-US"/>
        </a:p>
      </dgm:t>
    </dgm:pt>
    <dgm:pt modelId="{1691B9F6-0723-48A6-93D2-70C7809FE8C8}" type="pres">
      <dgm:prSet presAssocID="{7772989B-3996-45F7-B3E7-7F39A7915CA1}" presName="Name0" presStyleCnt="0">
        <dgm:presLayoutVars>
          <dgm:dir/>
          <dgm:animLvl val="lvl"/>
          <dgm:resizeHandles val="exact"/>
        </dgm:presLayoutVars>
      </dgm:prSet>
      <dgm:spPr/>
    </dgm:pt>
    <dgm:pt modelId="{EAF99A81-DB52-4A06-A1EC-BE169BFAC396}" type="pres">
      <dgm:prSet presAssocID="{49D93620-EF1F-4C7F-A554-4B03C215EB9B}" presName="linNode" presStyleCnt="0"/>
      <dgm:spPr/>
    </dgm:pt>
    <dgm:pt modelId="{7F43865C-A01F-49D5-99CE-CDA39850C2E3}" type="pres">
      <dgm:prSet presAssocID="{49D93620-EF1F-4C7F-A554-4B03C215EB9B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895DA9C8-DF85-4F80-8188-7F326BA1D4E9}" type="pres">
      <dgm:prSet presAssocID="{49D93620-EF1F-4C7F-A554-4B03C215EB9B}" presName="descendantText" presStyleLbl="alignAccFollowNode1" presStyleIdx="0" presStyleCnt="3">
        <dgm:presLayoutVars>
          <dgm:bulletEnabled/>
        </dgm:presLayoutVars>
      </dgm:prSet>
      <dgm:spPr/>
    </dgm:pt>
    <dgm:pt modelId="{8A9DE143-3209-460F-8CEA-25E51FAC85ED}" type="pres">
      <dgm:prSet presAssocID="{F89E5C21-8C0B-4178-A0CA-4C72568284B3}" presName="sp" presStyleCnt="0"/>
      <dgm:spPr/>
    </dgm:pt>
    <dgm:pt modelId="{E6D25708-87B5-4BB4-9DD7-07B1E89AC390}" type="pres">
      <dgm:prSet presAssocID="{FEC1CF85-73C2-449D-81D7-3E94FBECD9DA}" presName="linNode" presStyleCnt="0"/>
      <dgm:spPr/>
    </dgm:pt>
    <dgm:pt modelId="{D2345D25-B4CD-4C1A-9DFF-39A583B4CE25}" type="pres">
      <dgm:prSet presAssocID="{FEC1CF85-73C2-449D-81D7-3E94FBECD9DA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D70412B2-65B3-4A94-B7F7-4D470379203D}" type="pres">
      <dgm:prSet presAssocID="{FEC1CF85-73C2-449D-81D7-3E94FBECD9DA}" presName="descendantText" presStyleLbl="alignAccFollowNode1" presStyleIdx="1" presStyleCnt="3">
        <dgm:presLayoutVars>
          <dgm:bulletEnabled/>
        </dgm:presLayoutVars>
      </dgm:prSet>
      <dgm:spPr/>
    </dgm:pt>
    <dgm:pt modelId="{095119C6-62B5-428A-8AE1-1DC5682DA526}" type="pres">
      <dgm:prSet presAssocID="{B01575ED-3666-453B-AE7C-C3CCD10BE499}" presName="sp" presStyleCnt="0"/>
      <dgm:spPr/>
    </dgm:pt>
    <dgm:pt modelId="{B2F2DA71-239C-45C1-A353-702FC949F939}" type="pres">
      <dgm:prSet presAssocID="{DC2E7843-F5DD-4A10-97DD-AA331FAAC955}" presName="linNode" presStyleCnt="0"/>
      <dgm:spPr/>
    </dgm:pt>
    <dgm:pt modelId="{9FB48D28-20BA-439F-8837-0563AB14BCFC}" type="pres">
      <dgm:prSet presAssocID="{DC2E7843-F5DD-4A10-97DD-AA331FAAC955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72AC74C1-C93E-4F48-8B14-690DB45B9822}" type="pres">
      <dgm:prSet presAssocID="{DC2E7843-F5DD-4A10-97DD-AA331FAAC955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604F9821-E4CB-4CE9-81B0-CD296C393769}" type="presOf" srcId="{DC2E7843-F5DD-4A10-97DD-AA331FAAC955}" destId="{9FB48D28-20BA-439F-8837-0563AB14BCFC}" srcOrd="0" destOrd="0" presId="urn:microsoft.com/office/officeart/2016/7/layout/VerticalSolidActionList"/>
    <dgm:cxn modelId="{D4EF5C31-80A0-4CC6-A60E-5E54E4D85B5D}" srcId="{7772989B-3996-45F7-B3E7-7F39A7915CA1}" destId="{49D93620-EF1F-4C7F-A554-4B03C215EB9B}" srcOrd="0" destOrd="0" parTransId="{87E4BBA9-B135-4769-9A3F-3CA9FCAE63DC}" sibTransId="{F89E5C21-8C0B-4178-A0CA-4C72568284B3}"/>
    <dgm:cxn modelId="{56322E33-54AE-4D10-B07F-4EA0A4E8DDDA}" type="presOf" srcId="{9A7AFD24-0054-4CFE-8A10-4B1F1BD1A142}" destId="{895DA9C8-DF85-4F80-8188-7F326BA1D4E9}" srcOrd="0" destOrd="0" presId="urn:microsoft.com/office/officeart/2016/7/layout/VerticalSolidActionList"/>
    <dgm:cxn modelId="{C7F9F738-441F-4C96-9572-5F7D61401574}" type="presOf" srcId="{4807542E-9A69-4C17-9A56-864FA05CB451}" destId="{D70412B2-65B3-4A94-B7F7-4D470379203D}" srcOrd="0" destOrd="0" presId="urn:microsoft.com/office/officeart/2016/7/layout/VerticalSolidActionList"/>
    <dgm:cxn modelId="{52F23347-8D09-4CEE-967D-6EB442E44053}" srcId="{49D93620-EF1F-4C7F-A554-4B03C215EB9B}" destId="{9A7AFD24-0054-4CFE-8A10-4B1F1BD1A142}" srcOrd="0" destOrd="0" parTransId="{9B887FD3-ED2A-4D6C-BBD7-19000610B8D1}" sibTransId="{091A4E61-8F3F-4D24-882C-C048C6E9F132}"/>
    <dgm:cxn modelId="{FDC8614E-CE56-4530-8066-1F3BB7248782}" srcId="{DC2E7843-F5DD-4A10-97DD-AA331FAAC955}" destId="{75E3FF32-4D26-46C8-800E-675FAD963E66}" srcOrd="0" destOrd="0" parTransId="{B8F67DA5-BD2D-4967-B499-9CD9A0086D0D}" sibTransId="{B1A370DF-88CF-4DB0-AACB-3375CEC80519}"/>
    <dgm:cxn modelId="{B8C84A83-1E20-4EFC-862A-AB1BB3ED235F}" type="presOf" srcId="{FEC1CF85-73C2-449D-81D7-3E94FBECD9DA}" destId="{D2345D25-B4CD-4C1A-9DFF-39A583B4CE25}" srcOrd="0" destOrd="0" presId="urn:microsoft.com/office/officeart/2016/7/layout/VerticalSolidActionList"/>
    <dgm:cxn modelId="{69CDE98E-8A29-4EC1-8FCC-166E62F8E43B}" srcId="{7772989B-3996-45F7-B3E7-7F39A7915CA1}" destId="{FEC1CF85-73C2-449D-81D7-3E94FBECD9DA}" srcOrd="1" destOrd="0" parTransId="{3B36DAE7-DF5C-40F8-B7EE-B1CA54EB98ED}" sibTransId="{B01575ED-3666-453B-AE7C-C3CCD10BE499}"/>
    <dgm:cxn modelId="{30F53E95-28CE-498C-9987-3564A9AB0E06}" srcId="{FEC1CF85-73C2-449D-81D7-3E94FBECD9DA}" destId="{4807542E-9A69-4C17-9A56-864FA05CB451}" srcOrd="0" destOrd="0" parTransId="{128AF7ED-4D24-46D8-9AB0-1CA2DB696E68}" sibTransId="{963AD2D4-A0A3-4C67-960B-89DC2986D361}"/>
    <dgm:cxn modelId="{687F2A98-A868-47B7-AD7E-46CC94540891}" type="presOf" srcId="{75E3FF32-4D26-46C8-800E-675FAD963E66}" destId="{72AC74C1-C93E-4F48-8B14-690DB45B9822}" srcOrd="0" destOrd="0" presId="urn:microsoft.com/office/officeart/2016/7/layout/VerticalSolidActionList"/>
    <dgm:cxn modelId="{E4C7349E-BC23-479E-A6C7-E971B54AE8F3}" type="presOf" srcId="{7772989B-3996-45F7-B3E7-7F39A7915CA1}" destId="{1691B9F6-0723-48A6-93D2-70C7809FE8C8}" srcOrd="0" destOrd="0" presId="urn:microsoft.com/office/officeart/2016/7/layout/VerticalSolidActionList"/>
    <dgm:cxn modelId="{480FB0B5-7F21-4BAD-88AA-4832C9F85CE0}" srcId="{7772989B-3996-45F7-B3E7-7F39A7915CA1}" destId="{DC2E7843-F5DD-4A10-97DD-AA331FAAC955}" srcOrd="2" destOrd="0" parTransId="{EDD36CA7-B808-4B8C-A4EB-7D961F48F8FC}" sibTransId="{7FA53FDF-EA21-4764-916F-45E2D82ED949}"/>
    <dgm:cxn modelId="{BB905BC5-E593-4443-AB2F-1265426696E0}" type="presOf" srcId="{49D93620-EF1F-4C7F-A554-4B03C215EB9B}" destId="{7F43865C-A01F-49D5-99CE-CDA39850C2E3}" srcOrd="0" destOrd="0" presId="urn:microsoft.com/office/officeart/2016/7/layout/VerticalSolidActionList"/>
    <dgm:cxn modelId="{84CCBB71-F504-485B-B8F2-149DF0872B4B}" type="presParOf" srcId="{1691B9F6-0723-48A6-93D2-70C7809FE8C8}" destId="{EAF99A81-DB52-4A06-A1EC-BE169BFAC396}" srcOrd="0" destOrd="0" presId="urn:microsoft.com/office/officeart/2016/7/layout/VerticalSolidActionList"/>
    <dgm:cxn modelId="{3DAC4C44-0DDD-4185-8490-2685D7C65568}" type="presParOf" srcId="{EAF99A81-DB52-4A06-A1EC-BE169BFAC396}" destId="{7F43865C-A01F-49D5-99CE-CDA39850C2E3}" srcOrd="0" destOrd="0" presId="urn:microsoft.com/office/officeart/2016/7/layout/VerticalSolidActionList"/>
    <dgm:cxn modelId="{9D9EE43E-432B-4512-AC51-678980A2A197}" type="presParOf" srcId="{EAF99A81-DB52-4A06-A1EC-BE169BFAC396}" destId="{895DA9C8-DF85-4F80-8188-7F326BA1D4E9}" srcOrd="1" destOrd="0" presId="urn:microsoft.com/office/officeart/2016/7/layout/VerticalSolidActionList"/>
    <dgm:cxn modelId="{27C9D35A-EB7D-4CC5-8C2B-3187F82DAD20}" type="presParOf" srcId="{1691B9F6-0723-48A6-93D2-70C7809FE8C8}" destId="{8A9DE143-3209-460F-8CEA-25E51FAC85ED}" srcOrd="1" destOrd="0" presId="urn:microsoft.com/office/officeart/2016/7/layout/VerticalSolidActionList"/>
    <dgm:cxn modelId="{D5BFFB95-5042-4A5D-AE04-70881F1AE038}" type="presParOf" srcId="{1691B9F6-0723-48A6-93D2-70C7809FE8C8}" destId="{E6D25708-87B5-4BB4-9DD7-07B1E89AC390}" srcOrd="2" destOrd="0" presId="urn:microsoft.com/office/officeart/2016/7/layout/VerticalSolidActionList"/>
    <dgm:cxn modelId="{6EAD8098-8E6E-44C3-9AD5-52453DCF790A}" type="presParOf" srcId="{E6D25708-87B5-4BB4-9DD7-07B1E89AC390}" destId="{D2345D25-B4CD-4C1A-9DFF-39A583B4CE25}" srcOrd="0" destOrd="0" presId="urn:microsoft.com/office/officeart/2016/7/layout/VerticalSolidActionList"/>
    <dgm:cxn modelId="{39225953-C74C-4B00-A467-338F233523FC}" type="presParOf" srcId="{E6D25708-87B5-4BB4-9DD7-07B1E89AC390}" destId="{D70412B2-65B3-4A94-B7F7-4D470379203D}" srcOrd="1" destOrd="0" presId="urn:microsoft.com/office/officeart/2016/7/layout/VerticalSolidActionList"/>
    <dgm:cxn modelId="{7D7A03DC-CF66-4466-BE6C-96162BA7DD2D}" type="presParOf" srcId="{1691B9F6-0723-48A6-93D2-70C7809FE8C8}" destId="{095119C6-62B5-428A-8AE1-1DC5682DA526}" srcOrd="3" destOrd="0" presId="urn:microsoft.com/office/officeart/2016/7/layout/VerticalSolidActionList"/>
    <dgm:cxn modelId="{33E79E60-C53B-4A3E-BDB4-270FB61A9978}" type="presParOf" srcId="{1691B9F6-0723-48A6-93D2-70C7809FE8C8}" destId="{B2F2DA71-239C-45C1-A353-702FC949F939}" srcOrd="4" destOrd="0" presId="urn:microsoft.com/office/officeart/2016/7/layout/VerticalSolidActionList"/>
    <dgm:cxn modelId="{822CCC45-8017-4B47-9DF4-AE22EF9D316D}" type="presParOf" srcId="{B2F2DA71-239C-45C1-A353-702FC949F939}" destId="{9FB48D28-20BA-439F-8837-0563AB14BCFC}" srcOrd="0" destOrd="0" presId="urn:microsoft.com/office/officeart/2016/7/layout/VerticalSolidActionList"/>
    <dgm:cxn modelId="{003F77A5-9017-42A1-822D-65C95A921EC3}" type="presParOf" srcId="{B2F2DA71-239C-45C1-A353-702FC949F939}" destId="{72AC74C1-C93E-4F48-8B14-690DB45B9822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52F64FF-23A2-41C2-841A-17C7C771281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FCCE0F-371E-428B-8912-585AC4C6F0B6}">
      <dgm:prSet/>
      <dgm:spPr/>
      <dgm:t>
        <a:bodyPr/>
        <a:lstStyle/>
        <a:p>
          <a:r>
            <a:rPr lang="en-US"/>
            <a:t>Better demand–supply alignment can increase completion rates significantly.</a:t>
          </a:r>
        </a:p>
      </dgm:t>
    </dgm:pt>
    <dgm:pt modelId="{E56D1589-C262-4421-B2F0-F0BBC4FB82E4}" type="parTrans" cxnId="{BECBB1EE-DC52-499D-B50C-7E229F3F7CFE}">
      <dgm:prSet/>
      <dgm:spPr/>
      <dgm:t>
        <a:bodyPr/>
        <a:lstStyle/>
        <a:p>
          <a:endParaRPr lang="en-US"/>
        </a:p>
      </dgm:t>
    </dgm:pt>
    <dgm:pt modelId="{EEB9A7FB-DFAE-49BC-A86F-F1E2655C87DA}" type="sibTrans" cxnId="{BECBB1EE-DC52-499D-B50C-7E229F3F7CFE}">
      <dgm:prSet/>
      <dgm:spPr/>
      <dgm:t>
        <a:bodyPr/>
        <a:lstStyle/>
        <a:p>
          <a:endParaRPr lang="en-US"/>
        </a:p>
      </dgm:t>
    </dgm:pt>
    <dgm:pt modelId="{220781C6-C000-494B-937F-BD7D92DD3B91}">
      <dgm:prSet/>
      <dgm:spPr/>
      <dgm:t>
        <a:bodyPr/>
        <a:lstStyle/>
        <a:p>
          <a:r>
            <a:rPr lang="en-US"/>
            <a:t>Price elasticity insights enable smarter fare strategies.</a:t>
          </a:r>
        </a:p>
      </dgm:t>
    </dgm:pt>
    <dgm:pt modelId="{AF725686-935D-45C4-BD2F-CB7B1FEDF694}" type="parTrans" cxnId="{35309B75-6F10-4DE0-9D9B-2603E22ED306}">
      <dgm:prSet/>
      <dgm:spPr/>
      <dgm:t>
        <a:bodyPr/>
        <a:lstStyle/>
        <a:p>
          <a:endParaRPr lang="en-US"/>
        </a:p>
      </dgm:t>
    </dgm:pt>
    <dgm:pt modelId="{2CCF8306-6A33-4664-A516-024776548173}" type="sibTrans" cxnId="{35309B75-6F10-4DE0-9D9B-2603E22ED306}">
      <dgm:prSet/>
      <dgm:spPr/>
      <dgm:t>
        <a:bodyPr/>
        <a:lstStyle/>
        <a:p>
          <a:endParaRPr lang="en-US"/>
        </a:p>
      </dgm:t>
    </dgm:pt>
    <dgm:pt modelId="{9FBF961C-9E27-489B-946C-044BE1E8F6FE}">
      <dgm:prSet/>
      <dgm:spPr/>
      <dgm:t>
        <a:bodyPr/>
        <a:lstStyle/>
        <a:p>
          <a:r>
            <a:rPr lang="en-US"/>
            <a:t>Technical automation reduces manual coordination and enhances platform scalability.</a:t>
          </a:r>
        </a:p>
      </dgm:t>
    </dgm:pt>
    <dgm:pt modelId="{AF64FE0C-A11B-4809-86B9-962DD4CA4EA7}" type="parTrans" cxnId="{D20ADBD2-F9F9-4089-A203-DAAB069464AD}">
      <dgm:prSet/>
      <dgm:spPr/>
      <dgm:t>
        <a:bodyPr/>
        <a:lstStyle/>
        <a:p>
          <a:endParaRPr lang="en-US"/>
        </a:p>
      </dgm:t>
    </dgm:pt>
    <dgm:pt modelId="{527BA86E-7EBE-4DE0-ACD0-F4AD1CC6B10B}" type="sibTrans" cxnId="{D20ADBD2-F9F9-4089-A203-DAAB069464AD}">
      <dgm:prSet/>
      <dgm:spPr/>
      <dgm:t>
        <a:bodyPr/>
        <a:lstStyle/>
        <a:p>
          <a:endParaRPr lang="en-US"/>
        </a:p>
      </dgm:t>
    </dgm:pt>
    <dgm:pt modelId="{48DA294C-A7BA-49D9-A2A9-00EA6A8E0B9C}" type="pres">
      <dgm:prSet presAssocID="{352F64FF-23A2-41C2-841A-17C7C7712814}" presName="vert0" presStyleCnt="0">
        <dgm:presLayoutVars>
          <dgm:dir/>
          <dgm:animOne val="branch"/>
          <dgm:animLvl val="lvl"/>
        </dgm:presLayoutVars>
      </dgm:prSet>
      <dgm:spPr/>
    </dgm:pt>
    <dgm:pt modelId="{6574787E-5D96-482D-8170-1C1A61F0BED5}" type="pres">
      <dgm:prSet presAssocID="{4EFCCE0F-371E-428B-8912-585AC4C6F0B6}" presName="thickLine" presStyleLbl="alignNode1" presStyleIdx="0" presStyleCnt="3"/>
      <dgm:spPr/>
    </dgm:pt>
    <dgm:pt modelId="{B197835F-F01E-4A27-9D2C-5538A10B0685}" type="pres">
      <dgm:prSet presAssocID="{4EFCCE0F-371E-428B-8912-585AC4C6F0B6}" presName="horz1" presStyleCnt="0"/>
      <dgm:spPr/>
    </dgm:pt>
    <dgm:pt modelId="{39C13CD0-99BF-4705-BAA6-E27477D4E8F7}" type="pres">
      <dgm:prSet presAssocID="{4EFCCE0F-371E-428B-8912-585AC4C6F0B6}" presName="tx1" presStyleLbl="revTx" presStyleIdx="0" presStyleCnt="3"/>
      <dgm:spPr/>
    </dgm:pt>
    <dgm:pt modelId="{D8EB4704-44FE-45E7-BC78-406D385A8411}" type="pres">
      <dgm:prSet presAssocID="{4EFCCE0F-371E-428B-8912-585AC4C6F0B6}" presName="vert1" presStyleCnt="0"/>
      <dgm:spPr/>
    </dgm:pt>
    <dgm:pt modelId="{A02EDFE3-315E-4312-AA81-C32672256A26}" type="pres">
      <dgm:prSet presAssocID="{220781C6-C000-494B-937F-BD7D92DD3B91}" presName="thickLine" presStyleLbl="alignNode1" presStyleIdx="1" presStyleCnt="3"/>
      <dgm:spPr/>
    </dgm:pt>
    <dgm:pt modelId="{0FE24D75-7BDC-4705-AF5B-ADCBA8F1310A}" type="pres">
      <dgm:prSet presAssocID="{220781C6-C000-494B-937F-BD7D92DD3B91}" presName="horz1" presStyleCnt="0"/>
      <dgm:spPr/>
    </dgm:pt>
    <dgm:pt modelId="{37A8B33B-8C33-49E4-B452-631E49EBE651}" type="pres">
      <dgm:prSet presAssocID="{220781C6-C000-494B-937F-BD7D92DD3B91}" presName="tx1" presStyleLbl="revTx" presStyleIdx="1" presStyleCnt="3"/>
      <dgm:spPr/>
    </dgm:pt>
    <dgm:pt modelId="{FB20D89C-BFC5-4FE9-BC36-08C02AC4E878}" type="pres">
      <dgm:prSet presAssocID="{220781C6-C000-494B-937F-BD7D92DD3B91}" presName="vert1" presStyleCnt="0"/>
      <dgm:spPr/>
    </dgm:pt>
    <dgm:pt modelId="{172A0B0D-C8FE-45F1-A12C-CB84F0672C5F}" type="pres">
      <dgm:prSet presAssocID="{9FBF961C-9E27-489B-946C-044BE1E8F6FE}" presName="thickLine" presStyleLbl="alignNode1" presStyleIdx="2" presStyleCnt="3"/>
      <dgm:spPr/>
    </dgm:pt>
    <dgm:pt modelId="{CB76B9F3-3A02-4FE0-839B-3FF641AC3175}" type="pres">
      <dgm:prSet presAssocID="{9FBF961C-9E27-489B-946C-044BE1E8F6FE}" presName="horz1" presStyleCnt="0"/>
      <dgm:spPr/>
    </dgm:pt>
    <dgm:pt modelId="{FBF1C4BC-EDC9-4C8F-BCCD-110BBCDCE2D8}" type="pres">
      <dgm:prSet presAssocID="{9FBF961C-9E27-489B-946C-044BE1E8F6FE}" presName="tx1" presStyleLbl="revTx" presStyleIdx="2" presStyleCnt="3"/>
      <dgm:spPr/>
    </dgm:pt>
    <dgm:pt modelId="{4A1A7C12-22CA-4E8F-8513-A5326B63D07A}" type="pres">
      <dgm:prSet presAssocID="{9FBF961C-9E27-489B-946C-044BE1E8F6FE}" presName="vert1" presStyleCnt="0"/>
      <dgm:spPr/>
    </dgm:pt>
  </dgm:ptLst>
  <dgm:cxnLst>
    <dgm:cxn modelId="{B2C1621B-9C72-4AFD-BE87-5968DCD0B577}" type="presOf" srcId="{4EFCCE0F-371E-428B-8912-585AC4C6F0B6}" destId="{39C13CD0-99BF-4705-BAA6-E27477D4E8F7}" srcOrd="0" destOrd="0" presId="urn:microsoft.com/office/officeart/2008/layout/LinedList"/>
    <dgm:cxn modelId="{35309B75-6F10-4DE0-9D9B-2603E22ED306}" srcId="{352F64FF-23A2-41C2-841A-17C7C7712814}" destId="{220781C6-C000-494B-937F-BD7D92DD3B91}" srcOrd="1" destOrd="0" parTransId="{AF725686-935D-45C4-BD2F-CB7B1FEDF694}" sibTransId="{2CCF8306-6A33-4664-A516-024776548173}"/>
    <dgm:cxn modelId="{10B21A88-61C6-4E6F-89BF-CA013BDAD721}" type="presOf" srcId="{352F64FF-23A2-41C2-841A-17C7C7712814}" destId="{48DA294C-A7BA-49D9-A2A9-00EA6A8E0B9C}" srcOrd="0" destOrd="0" presId="urn:microsoft.com/office/officeart/2008/layout/LinedList"/>
    <dgm:cxn modelId="{C2A19EB0-26F6-4E7A-8655-3591D8F1A846}" type="presOf" srcId="{220781C6-C000-494B-937F-BD7D92DD3B91}" destId="{37A8B33B-8C33-49E4-B452-631E49EBE651}" srcOrd="0" destOrd="0" presId="urn:microsoft.com/office/officeart/2008/layout/LinedList"/>
    <dgm:cxn modelId="{D20ADBD2-F9F9-4089-A203-DAAB069464AD}" srcId="{352F64FF-23A2-41C2-841A-17C7C7712814}" destId="{9FBF961C-9E27-489B-946C-044BE1E8F6FE}" srcOrd="2" destOrd="0" parTransId="{AF64FE0C-A11B-4809-86B9-962DD4CA4EA7}" sibTransId="{527BA86E-7EBE-4DE0-ACD0-F4AD1CC6B10B}"/>
    <dgm:cxn modelId="{BECBB1EE-DC52-499D-B50C-7E229F3F7CFE}" srcId="{352F64FF-23A2-41C2-841A-17C7C7712814}" destId="{4EFCCE0F-371E-428B-8912-585AC4C6F0B6}" srcOrd="0" destOrd="0" parTransId="{E56D1589-C262-4421-B2F0-F0BBC4FB82E4}" sibTransId="{EEB9A7FB-DFAE-49BC-A86F-F1E2655C87DA}"/>
    <dgm:cxn modelId="{99AC2EF2-1160-45F4-9EAC-7C75CCB1FB15}" type="presOf" srcId="{9FBF961C-9E27-489B-946C-044BE1E8F6FE}" destId="{FBF1C4BC-EDC9-4C8F-BCCD-110BBCDCE2D8}" srcOrd="0" destOrd="0" presId="urn:microsoft.com/office/officeart/2008/layout/LinedList"/>
    <dgm:cxn modelId="{89B29658-313D-4AF5-9382-6B6C373D28A2}" type="presParOf" srcId="{48DA294C-A7BA-49D9-A2A9-00EA6A8E0B9C}" destId="{6574787E-5D96-482D-8170-1C1A61F0BED5}" srcOrd="0" destOrd="0" presId="urn:microsoft.com/office/officeart/2008/layout/LinedList"/>
    <dgm:cxn modelId="{EF30A444-3A4C-4524-B7F5-A639515FE799}" type="presParOf" srcId="{48DA294C-A7BA-49D9-A2A9-00EA6A8E0B9C}" destId="{B197835F-F01E-4A27-9D2C-5538A10B0685}" srcOrd="1" destOrd="0" presId="urn:microsoft.com/office/officeart/2008/layout/LinedList"/>
    <dgm:cxn modelId="{3DB6D582-C60F-4D6E-9426-4C2079BDBB7B}" type="presParOf" srcId="{B197835F-F01E-4A27-9D2C-5538A10B0685}" destId="{39C13CD0-99BF-4705-BAA6-E27477D4E8F7}" srcOrd="0" destOrd="0" presId="urn:microsoft.com/office/officeart/2008/layout/LinedList"/>
    <dgm:cxn modelId="{EB9D53CC-0E57-4579-B6AA-8026231B420C}" type="presParOf" srcId="{B197835F-F01E-4A27-9D2C-5538A10B0685}" destId="{D8EB4704-44FE-45E7-BC78-406D385A8411}" srcOrd="1" destOrd="0" presId="urn:microsoft.com/office/officeart/2008/layout/LinedList"/>
    <dgm:cxn modelId="{B8ED321F-1CA2-431E-A6AB-B9650947E269}" type="presParOf" srcId="{48DA294C-A7BA-49D9-A2A9-00EA6A8E0B9C}" destId="{A02EDFE3-315E-4312-AA81-C32672256A26}" srcOrd="2" destOrd="0" presId="urn:microsoft.com/office/officeart/2008/layout/LinedList"/>
    <dgm:cxn modelId="{B48CFF3E-8278-4A80-B31A-9B7E2E10CAD5}" type="presParOf" srcId="{48DA294C-A7BA-49D9-A2A9-00EA6A8E0B9C}" destId="{0FE24D75-7BDC-4705-AF5B-ADCBA8F1310A}" srcOrd="3" destOrd="0" presId="urn:microsoft.com/office/officeart/2008/layout/LinedList"/>
    <dgm:cxn modelId="{AD88E537-EDAF-4222-A12D-0729A4608B83}" type="presParOf" srcId="{0FE24D75-7BDC-4705-AF5B-ADCBA8F1310A}" destId="{37A8B33B-8C33-49E4-B452-631E49EBE651}" srcOrd="0" destOrd="0" presId="urn:microsoft.com/office/officeart/2008/layout/LinedList"/>
    <dgm:cxn modelId="{420561FF-CCB1-4E20-9C19-9CF42901D2E6}" type="presParOf" srcId="{0FE24D75-7BDC-4705-AF5B-ADCBA8F1310A}" destId="{FB20D89C-BFC5-4FE9-BC36-08C02AC4E878}" srcOrd="1" destOrd="0" presId="urn:microsoft.com/office/officeart/2008/layout/LinedList"/>
    <dgm:cxn modelId="{528D872C-6EE4-423E-B17F-001B8AF5731B}" type="presParOf" srcId="{48DA294C-A7BA-49D9-A2A9-00EA6A8E0B9C}" destId="{172A0B0D-C8FE-45F1-A12C-CB84F0672C5F}" srcOrd="4" destOrd="0" presId="urn:microsoft.com/office/officeart/2008/layout/LinedList"/>
    <dgm:cxn modelId="{8E443067-9170-48A7-A1CD-B20C3C1F4455}" type="presParOf" srcId="{48DA294C-A7BA-49D9-A2A9-00EA6A8E0B9C}" destId="{CB76B9F3-3A02-4FE0-839B-3FF641AC3175}" srcOrd="5" destOrd="0" presId="urn:microsoft.com/office/officeart/2008/layout/LinedList"/>
    <dgm:cxn modelId="{98168FD2-8956-4426-97DF-4EDDCBD9DD6A}" type="presParOf" srcId="{CB76B9F3-3A02-4FE0-839B-3FF641AC3175}" destId="{FBF1C4BC-EDC9-4C8F-BCCD-110BBCDCE2D8}" srcOrd="0" destOrd="0" presId="urn:microsoft.com/office/officeart/2008/layout/LinedList"/>
    <dgm:cxn modelId="{3CFD5A00-3C31-4F21-B7AC-094F3DE00DEC}" type="presParOf" srcId="{CB76B9F3-3A02-4FE0-839B-3FF641AC3175}" destId="{4A1A7C12-22CA-4E8F-8513-A5326B63D07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52F64FF-23A2-41C2-841A-17C7C771281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EFCCE0F-371E-428B-8912-585AC4C6F0B6}">
      <dgm:prSet/>
      <dgm:spPr/>
      <dgm:t>
        <a:bodyPr/>
        <a:lstStyle/>
        <a:p>
          <a:r>
            <a:rPr lang="en-US" dirty="0" err="1"/>
            <a:t>Namma</a:t>
          </a:r>
          <a:r>
            <a:rPr lang="en-US" dirty="0"/>
            <a:t> Yatri internal trips database</a:t>
          </a:r>
        </a:p>
      </dgm:t>
    </dgm:pt>
    <dgm:pt modelId="{E56D1589-C262-4421-B2F0-F0BBC4FB82E4}" type="parTrans" cxnId="{BECBB1EE-DC52-499D-B50C-7E229F3F7CFE}">
      <dgm:prSet/>
      <dgm:spPr/>
      <dgm:t>
        <a:bodyPr/>
        <a:lstStyle/>
        <a:p>
          <a:endParaRPr lang="en-US"/>
        </a:p>
      </dgm:t>
    </dgm:pt>
    <dgm:pt modelId="{EEB9A7FB-DFAE-49BC-A86F-F1E2655C87DA}" type="sibTrans" cxnId="{BECBB1EE-DC52-499D-B50C-7E229F3F7CFE}">
      <dgm:prSet/>
      <dgm:spPr/>
      <dgm:t>
        <a:bodyPr/>
        <a:lstStyle/>
        <a:p>
          <a:endParaRPr lang="en-US"/>
        </a:p>
      </dgm:t>
    </dgm:pt>
    <dgm:pt modelId="{7780681F-CC42-4F62-9D62-95F53DF406A6}">
      <dgm:prSet/>
      <dgm:spPr/>
      <dgm:t>
        <a:bodyPr/>
        <a:lstStyle/>
        <a:p>
          <a:r>
            <a:rPr lang="en-US"/>
            <a:t>Search and quote logs</a:t>
          </a:r>
          <a:endParaRPr lang="en-US" dirty="0"/>
        </a:p>
      </dgm:t>
    </dgm:pt>
    <dgm:pt modelId="{8E2B77F8-1FCC-4678-9CEB-8E2ADA9307AC}" type="parTrans" cxnId="{D9B12678-7E26-4FF6-8DD0-6D3045CC1FA3}">
      <dgm:prSet/>
      <dgm:spPr/>
      <dgm:t>
        <a:bodyPr/>
        <a:lstStyle/>
        <a:p>
          <a:endParaRPr lang="en-US"/>
        </a:p>
      </dgm:t>
    </dgm:pt>
    <dgm:pt modelId="{12ECAA45-1678-46B9-99F3-43DF3622782E}" type="sibTrans" cxnId="{D9B12678-7E26-4FF6-8DD0-6D3045CC1FA3}">
      <dgm:prSet/>
      <dgm:spPr/>
      <dgm:t>
        <a:bodyPr/>
        <a:lstStyle/>
        <a:p>
          <a:endParaRPr lang="en-US"/>
        </a:p>
      </dgm:t>
    </dgm:pt>
    <dgm:pt modelId="{2E9C7E42-5110-42AF-B9D0-17B8EF0496BB}">
      <dgm:prSet/>
      <dgm:spPr/>
      <dgm:t>
        <a:bodyPr/>
        <a:lstStyle/>
        <a:p>
          <a:r>
            <a:rPr lang="en-US"/>
            <a:t>Assembly-level pickup geodata</a:t>
          </a:r>
          <a:endParaRPr lang="en-US" dirty="0"/>
        </a:p>
      </dgm:t>
    </dgm:pt>
    <dgm:pt modelId="{2DA8D73C-99F4-4C69-AD9C-BC948CAE39F8}" type="parTrans" cxnId="{C6F4D280-3A36-4EFA-A68F-06EC10D08855}">
      <dgm:prSet/>
      <dgm:spPr/>
      <dgm:t>
        <a:bodyPr/>
        <a:lstStyle/>
        <a:p>
          <a:endParaRPr lang="en-US"/>
        </a:p>
      </dgm:t>
    </dgm:pt>
    <dgm:pt modelId="{DD139DB9-8524-4E6E-BEB1-BBF2CBD3E6E8}" type="sibTrans" cxnId="{C6F4D280-3A36-4EFA-A68F-06EC10D08855}">
      <dgm:prSet/>
      <dgm:spPr/>
      <dgm:t>
        <a:bodyPr/>
        <a:lstStyle/>
        <a:p>
          <a:endParaRPr lang="en-US"/>
        </a:p>
      </dgm:t>
    </dgm:pt>
    <dgm:pt modelId="{B9BE48DF-B282-4D99-8363-E7659DCFA9BB}">
      <dgm:prSet/>
      <dgm:spPr/>
      <dgm:t>
        <a:bodyPr/>
        <a:lstStyle/>
        <a:p>
          <a:r>
            <a:rPr lang="en-US"/>
            <a:t>Payment records</a:t>
          </a:r>
          <a:endParaRPr lang="en-US" dirty="0"/>
        </a:p>
      </dgm:t>
    </dgm:pt>
    <dgm:pt modelId="{2F7726B2-5B9D-4A1A-86EC-1893D3F1E270}" type="parTrans" cxnId="{64BA019A-9B9D-4D77-8687-9C2C86F1BB83}">
      <dgm:prSet/>
      <dgm:spPr/>
      <dgm:t>
        <a:bodyPr/>
        <a:lstStyle/>
        <a:p>
          <a:endParaRPr lang="en-US"/>
        </a:p>
      </dgm:t>
    </dgm:pt>
    <dgm:pt modelId="{032E066C-53D1-47C8-83BF-FDBADB63FCAF}" type="sibTrans" cxnId="{64BA019A-9B9D-4D77-8687-9C2C86F1BB83}">
      <dgm:prSet/>
      <dgm:spPr/>
      <dgm:t>
        <a:bodyPr/>
        <a:lstStyle/>
        <a:p>
          <a:endParaRPr lang="en-US"/>
        </a:p>
      </dgm:t>
    </dgm:pt>
    <dgm:pt modelId="{48DA294C-A7BA-49D9-A2A9-00EA6A8E0B9C}" type="pres">
      <dgm:prSet presAssocID="{352F64FF-23A2-41C2-841A-17C7C7712814}" presName="vert0" presStyleCnt="0">
        <dgm:presLayoutVars>
          <dgm:dir/>
          <dgm:animOne val="branch"/>
          <dgm:animLvl val="lvl"/>
        </dgm:presLayoutVars>
      </dgm:prSet>
      <dgm:spPr/>
    </dgm:pt>
    <dgm:pt modelId="{6574787E-5D96-482D-8170-1C1A61F0BED5}" type="pres">
      <dgm:prSet presAssocID="{4EFCCE0F-371E-428B-8912-585AC4C6F0B6}" presName="thickLine" presStyleLbl="alignNode1" presStyleIdx="0" presStyleCnt="4"/>
      <dgm:spPr/>
    </dgm:pt>
    <dgm:pt modelId="{B197835F-F01E-4A27-9D2C-5538A10B0685}" type="pres">
      <dgm:prSet presAssocID="{4EFCCE0F-371E-428B-8912-585AC4C6F0B6}" presName="horz1" presStyleCnt="0"/>
      <dgm:spPr/>
    </dgm:pt>
    <dgm:pt modelId="{39C13CD0-99BF-4705-BAA6-E27477D4E8F7}" type="pres">
      <dgm:prSet presAssocID="{4EFCCE0F-371E-428B-8912-585AC4C6F0B6}" presName="tx1" presStyleLbl="revTx" presStyleIdx="0" presStyleCnt="4"/>
      <dgm:spPr/>
    </dgm:pt>
    <dgm:pt modelId="{D8EB4704-44FE-45E7-BC78-406D385A8411}" type="pres">
      <dgm:prSet presAssocID="{4EFCCE0F-371E-428B-8912-585AC4C6F0B6}" presName="vert1" presStyleCnt="0"/>
      <dgm:spPr/>
    </dgm:pt>
    <dgm:pt modelId="{B4785111-B32C-4D4E-BF0D-B07CEC265E4C}" type="pres">
      <dgm:prSet presAssocID="{7780681F-CC42-4F62-9D62-95F53DF406A6}" presName="thickLine" presStyleLbl="alignNode1" presStyleIdx="1" presStyleCnt="4"/>
      <dgm:spPr/>
    </dgm:pt>
    <dgm:pt modelId="{DA8376F8-61AF-4903-B958-B293041DE0F1}" type="pres">
      <dgm:prSet presAssocID="{7780681F-CC42-4F62-9D62-95F53DF406A6}" presName="horz1" presStyleCnt="0"/>
      <dgm:spPr/>
    </dgm:pt>
    <dgm:pt modelId="{4F8666C6-1352-42A6-8602-9DC069BFD603}" type="pres">
      <dgm:prSet presAssocID="{7780681F-CC42-4F62-9D62-95F53DF406A6}" presName="tx1" presStyleLbl="revTx" presStyleIdx="1" presStyleCnt="4"/>
      <dgm:spPr/>
    </dgm:pt>
    <dgm:pt modelId="{412D126C-58F6-4E7F-B962-1EB1101CDEEC}" type="pres">
      <dgm:prSet presAssocID="{7780681F-CC42-4F62-9D62-95F53DF406A6}" presName="vert1" presStyleCnt="0"/>
      <dgm:spPr/>
    </dgm:pt>
    <dgm:pt modelId="{BD5E2510-9AD5-4ABC-A0F0-668B1542F02A}" type="pres">
      <dgm:prSet presAssocID="{2E9C7E42-5110-42AF-B9D0-17B8EF0496BB}" presName="thickLine" presStyleLbl="alignNode1" presStyleIdx="2" presStyleCnt="4"/>
      <dgm:spPr/>
    </dgm:pt>
    <dgm:pt modelId="{19B8DA3B-DB6D-43CF-8E92-46F5AD758438}" type="pres">
      <dgm:prSet presAssocID="{2E9C7E42-5110-42AF-B9D0-17B8EF0496BB}" presName="horz1" presStyleCnt="0"/>
      <dgm:spPr/>
    </dgm:pt>
    <dgm:pt modelId="{4B436F4F-9E39-4F40-A748-61BDEF1ABA1C}" type="pres">
      <dgm:prSet presAssocID="{2E9C7E42-5110-42AF-B9D0-17B8EF0496BB}" presName="tx1" presStyleLbl="revTx" presStyleIdx="2" presStyleCnt="4"/>
      <dgm:spPr/>
    </dgm:pt>
    <dgm:pt modelId="{3CBA26A3-CA5F-465E-9A3D-10BD7832E2F2}" type="pres">
      <dgm:prSet presAssocID="{2E9C7E42-5110-42AF-B9D0-17B8EF0496BB}" presName="vert1" presStyleCnt="0"/>
      <dgm:spPr/>
    </dgm:pt>
    <dgm:pt modelId="{0ECABDE5-2AE5-4905-A8B9-E8E49892E3BB}" type="pres">
      <dgm:prSet presAssocID="{B9BE48DF-B282-4D99-8363-E7659DCFA9BB}" presName="thickLine" presStyleLbl="alignNode1" presStyleIdx="3" presStyleCnt="4"/>
      <dgm:spPr/>
    </dgm:pt>
    <dgm:pt modelId="{599AB3AE-7572-4E7D-B088-2B1266A06259}" type="pres">
      <dgm:prSet presAssocID="{B9BE48DF-B282-4D99-8363-E7659DCFA9BB}" presName="horz1" presStyleCnt="0"/>
      <dgm:spPr/>
    </dgm:pt>
    <dgm:pt modelId="{D1407C2E-4BAC-411C-90E7-91B615CCF2CA}" type="pres">
      <dgm:prSet presAssocID="{B9BE48DF-B282-4D99-8363-E7659DCFA9BB}" presName="tx1" presStyleLbl="revTx" presStyleIdx="3" presStyleCnt="4"/>
      <dgm:spPr/>
    </dgm:pt>
    <dgm:pt modelId="{402B0C8A-5681-4969-B512-101709D9145D}" type="pres">
      <dgm:prSet presAssocID="{B9BE48DF-B282-4D99-8363-E7659DCFA9BB}" presName="vert1" presStyleCnt="0"/>
      <dgm:spPr/>
    </dgm:pt>
  </dgm:ptLst>
  <dgm:cxnLst>
    <dgm:cxn modelId="{B2C1621B-9C72-4AFD-BE87-5968DCD0B577}" type="presOf" srcId="{4EFCCE0F-371E-428B-8912-585AC4C6F0B6}" destId="{39C13CD0-99BF-4705-BAA6-E27477D4E8F7}" srcOrd="0" destOrd="0" presId="urn:microsoft.com/office/officeart/2008/layout/LinedList"/>
    <dgm:cxn modelId="{DA25CF60-8179-4423-9747-2230A8EF5BDF}" type="presOf" srcId="{2E9C7E42-5110-42AF-B9D0-17B8EF0496BB}" destId="{4B436F4F-9E39-4F40-A748-61BDEF1ABA1C}" srcOrd="0" destOrd="0" presId="urn:microsoft.com/office/officeart/2008/layout/LinedList"/>
    <dgm:cxn modelId="{F8DC7E56-BDFA-4A3E-BEEF-8A0E2BD22353}" type="presOf" srcId="{7780681F-CC42-4F62-9D62-95F53DF406A6}" destId="{4F8666C6-1352-42A6-8602-9DC069BFD603}" srcOrd="0" destOrd="0" presId="urn:microsoft.com/office/officeart/2008/layout/LinedList"/>
    <dgm:cxn modelId="{D9B12678-7E26-4FF6-8DD0-6D3045CC1FA3}" srcId="{352F64FF-23A2-41C2-841A-17C7C7712814}" destId="{7780681F-CC42-4F62-9D62-95F53DF406A6}" srcOrd="1" destOrd="0" parTransId="{8E2B77F8-1FCC-4678-9CEB-8E2ADA9307AC}" sibTransId="{12ECAA45-1678-46B9-99F3-43DF3622782E}"/>
    <dgm:cxn modelId="{C6F4D280-3A36-4EFA-A68F-06EC10D08855}" srcId="{352F64FF-23A2-41C2-841A-17C7C7712814}" destId="{2E9C7E42-5110-42AF-B9D0-17B8EF0496BB}" srcOrd="2" destOrd="0" parTransId="{2DA8D73C-99F4-4C69-AD9C-BC948CAE39F8}" sibTransId="{DD139DB9-8524-4E6E-BEB1-BBF2CBD3E6E8}"/>
    <dgm:cxn modelId="{10B21A88-61C6-4E6F-89BF-CA013BDAD721}" type="presOf" srcId="{352F64FF-23A2-41C2-841A-17C7C7712814}" destId="{48DA294C-A7BA-49D9-A2A9-00EA6A8E0B9C}" srcOrd="0" destOrd="0" presId="urn:microsoft.com/office/officeart/2008/layout/LinedList"/>
    <dgm:cxn modelId="{64BA019A-9B9D-4D77-8687-9C2C86F1BB83}" srcId="{352F64FF-23A2-41C2-841A-17C7C7712814}" destId="{B9BE48DF-B282-4D99-8363-E7659DCFA9BB}" srcOrd="3" destOrd="0" parTransId="{2F7726B2-5B9D-4A1A-86EC-1893D3F1E270}" sibTransId="{032E066C-53D1-47C8-83BF-FDBADB63FCAF}"/>
    <dgm:cxn modelId="{BECBB1EE-DC52-499D-B50C-7E229F3F7CFE}" srcId="{352F64FF-23A2-41C2-841A-17C7C7712814}" destId="{4EFCCE0F-371E-428B-8912-585AC4C6F0B6}" srcOrd="0" destOrd="0" parTransId="{E56D1589-C262-4421-B2F0-F0BBC4FB82E4}" sibTransId="{EEB9A7FB-DFAE-49BC-A86F-F1E2655C87DA}"/>
    <dgm:cxn modelId="{8F368FFE-4892-43C6-BD21-C3AE7326FCDE}" type="presOf" srcId="{B9BE48DF-B282-4D99-8363-E7659DCFA9BB}" destId="{D1407C2E-4BAC-411C-90E7-91B615CCF2CA}" srcOrd="0" destOrd="0" presId="urn:microsoft.com/office/officeart/2008/layout/LinedList"/>
    <dgm:cxn modelId="{89B29658-313D-4AF5-9382-6B6C373D28A2}" type="presParOf" srcId="{48DA294C-A7BA-49D9-A2A9-00EA6A8E0B9C}" destId="{6574787E-5D96-482D-8170-1C1A61F0BED5}" srcOrd="0" destOrd="0" presId="urn:microsoft.com/office/officeart/2008/layout/LinedList"/>
    <dgm:cxn modelId="{EF30A444-3A4C-4524-B7F5-A639515FE799}" type="presParOf" srcId="{48DA294C-A7BA-49D9-A2A9-00EA6A8E0B9C}" destId="{B197835F-F01E-4A27-9D2C-5538A10B0685}" srcOrd="1" destOrd="0" presId="urn:microsoft.com/office/officeart/2008/layout/LinedList"/>
    <dgm:cxn modelId="{3DB6D582-C60F-4D6E-9426-4C2079BDBB7B}" type="presParOf" srcId="{B197835F-F01E-4A27-9D2C-5538A10B0685}" destId="{39C13CD0-99BF-4705-BAA6-E27477D4E8F7}" srcOrd="0" destOrd="0" presId="urn:microsoft.com/office/officeart/2008/layout/LinedList"/>
    <dgm:cxn modelId="{EB9D53CC-0E57-4579-B6AA-8026231B420C}" type="presParOf" srcId="{B197835F-F01E-4A27-9D2C-5538A10B0685}" destId="{D8EB4704-44FE-45E7-BC78-406D385A8411}" srcOrd="1" destOrd="0" presId="urn:microsoft.com/office/officeart/2008/layout/LinedList"/>
    <dgm:cxn modelId="{2382F63C-9646-4257-8A8B-8937C70518AB}" type="presParOf" srcId="{48DA294C-A7BA-49D9-A2A9-00EA6A8E0B9C}" destId="{B4785111-B32C-4D4E-BF0D-B07CEC265E4C}" srcOrd="2" destOrd="0" presId="urn:microsoft.com/office/officeart/2008/layout/LinedList"/>
    <dgm:cxn modelId="{62612BED-8B05-47D0-A478-9606937D4E47}" type="presParOf" srcId="{48DA294C-A7BA-49D9-A2A9-00EA6A8E0B9C}" destId="{DA8376F8-61AF-4903-B958-B293041DE0F1}" srcOrd="3" destOrd="0" presId="urn:microsoft.com/office/officeart/2008/layout/LinedList"/>
    <dgm:cxn modelId="{C1A4B66E-5010-42E4-948A-201682889917}" type="presParOf" srcId="{DA8376F8-61AF-4903-B958-B293041DE0F1}" destId="{4F8666C6-1352-42A6-8602-9DC069BFD603}" srcOrd="0" destOrd="0" presId="urn:microsoft.com/office/officeart/2008/layout/LinedList"/>
    <dgm:cxn modelId="{080AABDD-23E6-428C-A234-20C16EE37059}" type="presParOf" srcId="{DA8376F8-61AF-4903-B958-B293041DE0F1}" destId="{412D126C-58F6-4E7F-B962-1EB1101CDEEC}" srcOrd="1" destOrd="0" presId="urn:microsoft.com/office/officeart/2008/layout/LinedList"/>
    <dgm:cxn modelId="{EB07E6E5-481B-4906-922B-5DD7045BC60F}" type="presParOf" srcId="{48DA294C-A7BA-49D9-A2A9-00EA6A8E0B9C}" destId="{BD5E2510-9AD5-4ABC-A0F0-668B1542F02A}" srcOrd="4" destOrd="0" presId="urn:microsoft.com/office/officeart/2008/layout/LinedList"/>
    <dgm:cxn modelId="{66B64099-D082-4721-B88C-EDBBA2712DFD}" type="presParOf" srcId="{48DA294C-A7BA-49D9-A2A9-00EA6A8E0B9C}" destId="{19B8DA3B-DB6D-43CF-8E92-46F5AD758438}" srcOrd="5" destOrd="0" presId="urn:microsoft.com/office/officeart/2008/layout/LinedList"/>
    <dgm:cxn modelId="{C14B0530-D715-4D31-84A4-B0E9B0022A60}" type="presParOf" srcId="{19B8DA3B-DB6D-43CF-8E92-46F5AD758438}" destId="{4B436F4F-9E39-4F40-A748-61BDEF1ABA1C}" srcOrd="0" destOrd="0" presId="urn:microsoft.com/office/officeart/2008/layout/LinedList"/>
    <dgm:cxn modelId="{288B9708-E6CC-4478-984F-5077A9CA381A}" type="presParOf" srcId="{19B8DA3B-DB6D-43CF-8E92-46F5AD758438}" destId="{3CBA26A3-CA5F-465E-9A3D-10BD7832E2F2}" srcOrd="1" destOrd="0" presId="urn:microsoft.com/office/officeart/2008/layout/LinedList"/>
    <dgm:cxn modelId="{098764A0-CF66-42C3-9AD0-B5FCC9CCD176}" type="presParOf" srcId="{48DA294C-A7BA-49D9-A2A9-00EA6A8E0B9C}" destId="{0ECABDE5-2AE5-4905-A8B9-E8E49892E3BB}" srcOrd="6" destOrd="0" presId="urn:microsoft.com/office/officeart/2008/layout/LinedList"/>
    <dgm:cxn modelId="{D75E6644-5323-4491-9239-E2F83157C23A}" type="presParOf" srcId="{48DA294C-A7BA-49D9-A2A9-00EA6A8E0B9C}" destId="{599AB3AE-7572-4E7D-B088-2B1266A06259}" srcOrd="7" destOrd="0" presId="urn:microsoft.com/office/officeart/2008/layout/LinedList"/>
    <dgm:cxn modelId="{178B8BED-A5B6-44C3-94FB-CD8262CF90A0}" type="presParOf" srcId="{599AB3AE-7572-4E7D-B088-2B1266A06259}" destId="{D1407C2E-4BAC-411C-90E7-91B615CCF2CA}" srcOrd="0" destOrd="0" presId="urn:microsoft.com/office/officeart/2008/layout/LinedList"/>
    <dgm:cxn modelId="{45941F76-6603-4A4C-913D-E75BAA726B25}" type="presParOf" srcId="{599AB3AE-7572-4E7D-B088-2B1266A06259}" destId="{402B0C8A-5681-4969-B512-101709D9145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52F64FF-23A2-41C2-841A-17C7C771281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EFCCE0F-371E-428B-8912-585AC4C6F0B6}">
      <dgm:prSet/>
      <dgm:spPr/>
      <dgm:t>
        <a:bodyPr/>
        <a:lstStyle/>
        <a:p>
          <a:r>
            <a:rPr lang="en-US" dirty="0"/>
            <a:t>Cleaned and standardized time-based columns.</a:t>
          </a:r>
        </a:p>
      </dgm:t>
    </dgm:pt>
    <dgm:pt modelId="{E56D1589-C262-4421-B2F0-F0BBC4FB82E4}" type="parTrans" cxnId="{BECBB1EE-DC52-499D-B50C-7E229F3F7CFE}">
      <dgm:prSet/>
      <dgm:spPr/>
      <dgm:t>
        <a:bodyPr/>
        <a:lstStyle/>
        <a:p>
          <a:endParaRPr lang="en-US"/>
        </a:p>
      </dgm:t>
    </dgm:pt>
    <dgm:pt modelId="{EEB9A7FB-DFAE-49BC-A86F-F1E2655C87DA}" type="sibTrans" cxnId="{BECBB1EE-DC52-499D-B50C-7E229F3F7CFE}">
      <dgm:prSet/>
      <dgm:spPr/>
      <dgm:t>
        <a:bodyPr/>
        <a:lstStyle/>
        <a:p>
          <a:endParaRPr lang="en-US"/>
        </a:p>
      </dgm:t>
    </dgm:pt>
    <dgm:pt modelId="{D1F27FE8-32C2-45DD-A6DC-44AAE83C2C55}">
      <dgm:prSet/>
      <dgm:spPr/>
      <dgm:t>
        <a:bodyPr/>
        <a:lstStyle/>
        <a:p>
          <a:pPr>
            <a:defRPr cap="all"/>
          </a:pPr>
          <a:r>
            <a:rPr lang="en-US" dirty="0"/>
            <a:t>Derived duration categories and hourly slots.</a:t>
          </a:r>
        </a:p>
      </dgm:t>
    </dgm:pt>
    <dgm:pt modelId="{778F31C9-2194-4CD8-8B55-677D3CA1117A}" type="parTrans" cxnId="{61017E60-2BE2-4FD1-8659-70E9FF925DBE}">
      <dgm:prSet/>
      <dgm:spPr/>
      <dgm:t>
        <a:bodyPr/>
        <a:lstStyle/>
        <a:p>
          <a:endParaRPr lang="en-US"/>
        </a:p>
      </dgm:t>
    </dgm:pt>
    <dgm:pt modelId="{4E8B8778-4397-49ED-A562-69924AA00B20}" type="sibTrans" cxnId="{61017E60-2BE2-4FD1-8659-70E9FF925DBE}">
      <dgm:prSet/>
      <dgm:spPr/>
      <dgm:t>
        <a:bodyPr/>
        <a:lstStyle/>
        <a:p>
          <a:endParaRPr lang="en-US"/>
        </a:p>
      </dgm:t>
    </dgm:pt>
    <dgm:pt modelId="{C36D0F7B-89B1-466A-92CE-B2CE3E752D48}">
      <dgm:prSet/>
      <dgm:spPr/>
      <dgm:t>
        <a:bodyPr/>
        <a:lstStyle/>
        <a:p>
          <a:pPr>
            <a:defRPr cap="all"/>
          </a:pPr>
          <a:r>
            <a:rPr lang="en-US" dirty="0"/>
            <a:t>Modeled revenue and fare metrics.</a:t>
          </a:r>
        </a:p>
      </dgm:t>
    </dgm:pt>
    <dgm:pt modelId="{6D671BE8-E473-4DA1-AEC7-0E239394DFE3}" type="parTrans" cxnId="{BFA476E9-5E15-431E-A63F-CBF31979CC62}">
      <dgm:prSet/>
      <dgm:spPr/>
      <dgm:t>
        <a:bodyPr/>
        <a:lstStyle/>
        <a:p>
          <a:endParaRPr lang="en-US"/>
        </a:p>
      </dgm:t>
    </dgm:pt>
    <dgm:pt modelId="{2A1B72E4-668C-489E-8C0B-8846DCE029B0}" type="sibTrans" cxnId="{BFA476E9-5E15-431E-A63F-CBF31979CC62}">
      <dgm:prSet/>
      <dgm:spPr/>
      <dgm:t>
        <a:bodyPr/>
        <a:lstStyle/>
        <a:p>
          <a:endParaRPr lang="en-US"/>
        </a:p>
      </dgm:t>
    </dgm:pt>
    <dgm:pt modelId="{2D9A5ACF-8D10-4745-8492-75883140DBE3}">
      <dgm:prSet/>
      <dgm:spPr/>
      <dgm:t>
        <a:bodyPr/>
        <a:lstStyle/>
        <a:p>
          <a:pPr>
            <a:defRPr cap="all"/>
          </a:pPr>
          <a:r>
            <a:rPr lang="en-US" dirty="0"/>
            <a:t>Built what‑if parameters for pricing and demand elasticity.</a:t>
          </a:r>
        </a:p>
      </dgm:t>
    </dgm:pt>
    <dgm:pt modelId="{C408F341-7650-4E65-BE27-5D2DE897B1DF}" type="parTrans" cxnId="{CCBD23D2-1B86-484F-9527-A6ED19BC2205}">
      <dgm:prSet/>
      <dgm:spPr/>
      <dgm:t>
        <a:bodyPr/>
        <a:lstStyle/>
        <a:p>
          <a:endParaRPr lang="en-US"/>
        </a:p>
      </dgm:t>
    </dgm:pt>
    <dgm:pt modelId="{E8D31E5B-18FD-4577-89E2-4CB7A08127C5}" type="sibTrans" cxnId="{CCBD23D2-1B86-484F-9527-A6ED19BC2205}">
      <dgm:prSet/>
      <dgm:spPr/>
      <dgm:t>
        <a:bodyPr/>
        <a:lstStyle/>
        <a:p>
          <a:endParaRPr lang="en-US"/>
        </a:p>
      </dgm:t>
    </dgm:pt>
    <dgm:pt modelId="{46D72636-C810-450A-91B2-C0A352CD05CF}">
      <dgm:prSet/>
      <dgm:spPr/>
      <dgm:t>
        <a:bodyPr/>
        <a:lstStyle/>
        <a:p>
          <a:pPr>
            <a:defRPr cap="all"/>
          </a:pPr>
          <a:r>
            <a:rPr lang="en-US" dirty="0"/>
            <a:t>Conducted funnel analysis for conversion metrics.</a:t>
          </a:r>
        </a:p>
      </dgm:t>
    </dgm:pt>
    <dgm:pt modelId="{EF6997B9-9B7A-44C7-A6FC-3116EB85B1B9}" type="parTrans" cxnId="{237752A8-1CAC-445F-AB33-52CFA356C285}">
      <dgm:prSet/>
      <dgm:spPr/>
      <dgm:t>
        <a:bodyPr/>
        <a:lstStyle/>
        <a:p>
          <a:endParaRPr lang="en-US"/>
        </a:p>
      </dgm:t>
    </dgm:pt>
    <dgm:pt modelId="{449057A5-117C-40A5-B07C-5B7E1FC714EF}" type="sibTrans" cxnId="{237752A8-1CAC-445F-AB33-52CFA356C285}">
      <dgm:prSet/>
      <dgm:spPr/>
      <dgm:t>
        <a:bodyPr/>
        <a:lstStyle/>
        <a:p>
          <a:endParaRPr lang="en-US"/>
        </a:p>
      </dgm:t>
    </dgm:pt>
    <dgm:pt modelId="{48DA294C-A7BA-49D9-A2A9-00EA6A8E0B9C}" type="pres">
      <dgm:prSet presAssocID="{352F64FF-23A2-41C2-841A-17C7C7712814}" presName="vert0" presStyleCnt="0">
        <dgm:presLayoutVars>
          <dgm:dir/>
          <dgm:animOne val="branch"/>
          <dgm:animLvl val="lvl"/>
        </dgm:presLayoutVars>
      </dgm:prSet>
      <dgm:spPr/>
    </dgm:pt>
    <dgm:pt modelId="{6574787E-5D96-482D-8170-1C1A61F0BED5}" type="pres">
      <dgm:prSet presAssocID="{4EFCCE0F-371E-428B-8912-585AC4C6F0B6}" presName="thickLine" presStyleLbl="alignNode1" presStyleIdx="0" presStyleCnt="5"/>
      <dgm:spPr/>
    </dgm:pt>
    <dgm:pt modelId="{B197835F-F01E-4A27-9D2C-5538A10B0685}" type="pres">
      <dgm:prSet presAssocID="{4EFCCE0F-371E-428B-8912-585AC4C6F0B6}" presName="horz1" presStyleCnt="0"/>
      <dgm:spPr/>
    </dgm:pt>
    <dgm:pt modelId="{39C13CD0-99BF-4705-BAA6-E27477D4E8F7}" type="pres">
      <dgm:prSet presAssocID="{4EFCCE0F-371E-428B-8912-585AC4C6F0B6}" presName="tx1" presStyleLbl="revTx" presStyleIdx="0" presStyleCnt="5"/>
      <dgm:spPr/>
    </dgm:pt>
    <dgm:pt modelId="{D8EB4704-44FE-45E7-BC78-406D385A8411}" type="pres">
      <dgm:prSet presAssocID="{4EFCCE0F-371E-428B-8912-585AC4C6F0B6}" presName="vert1" presStyleCnt="0"/>
      <dgm:spPr/>
    </dgm:pt>
    <dgm:pt modelId="{792D38D2-29EC-41A9-9B8E-9C33D4289070}" type="pres">
      <dgm:prSet presAssocID="{D1F27FE8-32C2-45DD-A6DC-44AAE83C2C55}" presName="thickLine" presStyleLbl="alignNode1" presStyleIdx="1" presStyleCnt="5"/>
      <dgm:spPr/>
    </dgm:pt>
    <dgm:pt modelId="{4232FC9F-F7E5-4F8A-A01C-3FE28BFFB2DF}" type="pres">
      <dgm:prSet presAssocID="{D1F27FE8-32C2-45DD-A6DC-44AAE83C2C55}" presName="horz1" presStyleCnt="0"/>
      <dgm:spPr/>
    </dgm:pt>
    <dgm:pt modelId="{2BF70321-CAB6-42C3-973B-818E0CB256B7}" type="pres">
      <dgm:prSet presAssocID="{D1F27FE8-32C2-45DD-A6DC-44AAE83C2C55}" presName="tx1" presStyleLbl="revTx" presStyleIdx="1" presStyleCnt="5"/>
      <dgm:spPr/>
    </dgm:pt>
    <dgm:pt modelId="{562688E0-0EBA-4B06-9EB5-48C7E79A9C2A}" type="pres">
      <dgm:prSet presAssocID="{D1F27FE8-32C2-45DD-A6DC-44AAE83C2C55}" presName="vert1" presStyleCnt="0"/>
      <dgm:spPr/>
    </dgm:pt>
    <dgm:pt modelId="{2D9CAA8E-63B3-4293-80CD-FCC276B436A2}" type="pres">
      <dgm:prSet presAssocID="{C36D0F7B-89B1-466A-92CE-B2CE3E752D48}" presName="thickLine" presStyleLbl="alignNode1" presStyleIdx="2" presStyleCnt="5"/>
      <dgm:spPr/>
    </dgm:pt>
    <dgm:pt modelId="{D1BADAC9-5160-4869-8B2B-702C16AC904B}" type="pres">
      <dgm:prSet presAssocID="{C36D0F7B-89B1-466A-92CE-B2CE3E752D48}" presName="horz1" presStyleCnt="0"/>
      <dgm:spPr/>
    </dgm:pt>
    <dgm:pt modelId="{E51FE08E-1A5D-4040-89A8-7D4012841764}" type="pres">
      <dgm:prSet presAssocID="{C36D0F7B-89B1-466A-92CE-B2CE3E752D48}" presName="tx1" presStyleLbl="revTx" presStyleIdx="2" presStyleCnt="5"/>
      <dgm:spPr/>
    </dgm:pt>
    <dgm:pt modelId="{F7738DBC-86E0-4468-B68C-1E14AF59E6C6}" type="pres">
      <dgm:prSet presAssocID="{C36D0F7B-89B1-466A-92CE-B2CE3E752D48}" presName="vert1" presStyleCnt="0"/>
      <dgm:spPr/>
    </dgm:pt>
    <dgm:pt modelId="{FC3975E7-E31A-44A4-8C6A-78B653A23B04}" type="pres">
      <dgm:prSet presAssocID="{2D9A5ACF-8D10-4745-8492-75883140DBE3}" presName="thickLine" presStyleLbl="alignNode1" presStyleIdx="3" presStyleCnt="5"/>
      <dgm:spPr/>
    </dgm:pt>
    <dgm:pt modelId="{962780D3-A974-4692-892B-4A166E16DDF6}" type="pres">
      <dgm:prSet presAssocID="{2D9A5ACF-8D10-4745-8492-75883140DBE3}" presName="horz1" presStyleCnt="0"/>
      <dgm:spPr/>
    </dgm:pt>
    <dgm:pt modelId="{8B2C8BD6-14BE-4F8E-BFF3-07E68D2BD06B}" type="pres">
      <dgm:prSet presAssocID="{2D9A5ACF-8D10-4745-8492-75883140DBE3}" presName="tx1" presStyleLbl="revTx" presStyleIdx="3" presStyleCnt="5"/>
      <dgm:spPr/>
    </dgm:pt>
    <dgm:pt modelId="{C25A54CB-A865-48AB-BD97-9B276E2A539B}" type="pres">
      <dgm:prSet presAssocID="{2D9A5ACF-8D10-4745-8492-75883140DBE3}" presName="vert1" presStyleCnt="0"/>
      <dgm:spPr/>
    </dgm:pt>
    <dgm:pt modelId="{B20783FF-7263-4798-A632-9297DEB994E3}" type="pres">
      <dgm:prSet presAssocID="{46D72636-C810-450A-91B2-C0A352CD05CF}" presName="thickLine" presStyleLbl="alignNode1" presStyleIdx="4" presStyleCnt="5"/>
      <dgm:spPr/>
    </dgm:pt>
    <dgm:pt modelId="{01BABB92-E7C3-4628-9208-E7A6985CD72E}" type="pres">
      <dgm:prSet presAssocID="{46D72636-C810-450A-91B2-C0A352CD05CF}" presName="horz1" presStyleCnt="0"/>
      <dgm:spPr/>
    </dgm:pt>
    <dgm:pt modelId="{AF9491BA-6FD9-4864-98FE-E1CCC50E1798}" type="pres">
      <dgm:prSet presAssocID="{46D72636-C810-450A-91B2-C0A352CD05CF}" presName="tx1" presStyleLbl="revTx" presStyleIdx="4" presStyleCnt="5"/>
      <dgm:spPr/>
    </dgm:pt>
    <dgm:pt modelId="{2978975D-1DF6-4B93-86CA-6E151F29EA5B}" type="pres">
      <dgm:prSet presAssocID="{46D72636-C810-450A-91B2-C0A352CD05CF}" presName="vert1" presStyleCnt="0"/>
      <dgm:spPr/>
    </dgm:pt>
  </dgm:ptLst>
  <dgm:cxnLst>
    <dgm:cxn modelId="{B2C1621B-9C72-4AFD-BE87-5968DCD0B577}" type="presOf" srcId="{4EFCCE0F-371E-428B-8912-585AC4C6F0B6}" destId="{39C13CD0-99BF-4705-BAA6-E27477D4E8F7}" srcOrd="0" destOrd="0" presId="urn:microsoft.com/office/officeart/2008/layout/LinedList"/>
    <dgm:cxn modelId="{60F9F93B-7AA4-41DA-9EE1-AD2B355889BE}" type="presOf" srcId="{D1F27FE8-32C2-45DD-A6DC-44AAE83C2C55}" destId="{2BF70321-CAB6-42C3-973B-818E0CB256B7}" srcOrd="0" destOrd="0" presId="urn:microsoft.com/office/officeart/2008/layout/LinedList"/>
    <dgm:cxn modelId="{61017E60-2BE2-4FD1-8659-70E9FF925DBE}" srcId="{352F64FF-23A2-41C2-841A-17C7C7712814}" destId="{D1F27FE8-32C2-45DD-A6DC-44AAE83C2C55}" srcOrd="1" destOrd="0" parTransId="{778F31C9-2194-4CD8-8B55-677D3CA1117A}" sibTransId="{4E8B8778-4397-49ED-A562-69924AA00B20}"/>
    <dgm:cxn modelId="{68439561-2267-4CD6-8313-75AC7FC165B2}" type="presOf" srcId="{C36D0F7B-89B1-466A-92CE-B2CE3E752D48}" destId="{E51FE08E-1A5D-4040-89A8-7D4012841764}" srcOrd="0" destOrd="0" presId="urn:microsoft.com/office/officeart/2008/layout/LinedList"/>
    <dgm:cxn modelId="{10B21A88-61C6-4E6F-89BF-CA013BDAD721}" type="presOf" srcId="{352F64FF-23A2-41C2-841A-17C7C7712814}" destId="{48DA294C-A7BA-49D9-A2A9-00EA6A8E0B9C}" srcOrd="0" destOrd="0" presId="urn:microsoft.com/office/officeart/2008/layout/LinedList"/>
    <dgm:cxn modelId="{237752A8-1CAC-445F-AB33-52CFA356C285}" srcId="{352F64FF-23A2-41C2-841A-17C7C7712814}" destId="{46D72636-C810-450A-91B2-C0A352CD05CF}" srcOrd="4" destOrd="0" parTransId="{EF6997B9-9B7A-44C7-A6FC-3116EB85B1B9}" sibTransId="{449057A5-117C-40A5-B07C-5B7E1FC714EF}"/>
    <dgm:cxn modelId="{CCBD23D2-1B86-484F-9527-A6ED19BC2205}" srcId="{352F64FF-23A2-41C2-841A-17C7C7712814}" destId="{2D9A5ACF-8D10-4745-8492-75883140DBE3}" srcOrd="3" destOrd="0" parTransId="{C408F341-7650-4E65-BE27-5D2DE897B1DF}" sibTransId="{E8D31E5B-18FD-4577-89E2-4CB7A08127C5}"/>
    <dgm:cxn modelId="{BFA476E9-5E15-431E-A63F-CBF31979CC62}" srcId="{352F64FF-23A2-41C2-841A-17C7C7712814}" destId="{C36D0F7B-89B1-466A-92CE-B2CE3E752D48}" srcOrd="2" destOrd="0" parTransId="{6D671BE8-E473-4DA1-AEC7-0E239394DFE3}" sibTransId="{2A1B72E4-668C-489E-8C0B-8846DCE029B0}"/>
    <dgm:cxn modelId="{BECBB1EE-DC52-499D-B50C-7E229F3F7CFE}" srcId="{352F64FF-23A2-41C2-841A-17C7C7712814}" destId="{4EFCCE0F-371E-428B-8912-585AC4C6F0B6}" srcOrd="0" destOrd="0" parTransId="{E56D1589-C262-4421-B2F0-F0BBC4FB82E4}" sibTransId="{EEB9A7FB-DFAE-49BC-A86F-F1E2655C87DA}"/>
    <dgm:cxn modelId="{10364DF8-6CD3-4AF4-AB92-ADE2D7419288}" type="presOf" srcId="{2D9A5ACF-8D10-4745-8492-75883140DBE3}" destId="{8B2C8BD6-14BE-4F8E-BFF3-07E68D2BD06B}" srcOrd="0" destOrd="0" presId="urn:microsoft.com/office/officeart/2008/layout/LinedList"/>
    <dgm:cxn modelId="{9E27CEF8-9043-48F5-974E-37E1B6DC67A0}" type="presOf" srcId="{46D72636-C810-450A-91B2-C0A352CD05CF}" destId="{AF9491BA-6FD9-4864-98FE-E1CCC50E1798}" srcOrd="0" destOrd="0" presId="urn:microsoft.com/office/officeart/2008/layout/LinedList"/>
    <dgm:cxn modelId="{89B29658-313D-4AF5-9382-6B6C373D28A2}" type="presParOf" srcId="{48DA294C-A7BA-49D9-A2A9-00EA6A8E0B9C}" destId="{6574787E-5D96-482D-8170-1C1A61F0BED5}" srcOrd="0" destOrd="0" presId="urn:microsoft.com/office/officeart/2008/layout/LinedList"/>
    <dgm:cxn modelId="{EF30A444-3A4C-4524-B7F5-A639515FE799}" type="presParOf" srcId="{48DA294C-A7BA-49D9-A2A9-00EA6A8E0B9C}" destId="{B197835F-F01E-4A27-9D2C-5538A10B0685}" srcOrd="1" destOrd="0" presId="urn:microsoft.com/office/officeart/2008/layout/LinedList"/>
    <dgm:cxn modelId="{3DB6D582-C60F-4D6E-9426-4C2079BDBB7B}" type="presParOf" srcId="{B197835F-F01E-4A27-9D2C-5538A10B0685}" destId="{39C13CD0-99BF-4705-BAA6-E27477D4E8F7}" srcOrd="0" destOrd="0" presId="urn:microsoft.com/office/officeart/2008/layout/LinedList"/>
    <dgm:cxn modelId="{EB9D53CC-0E57-4579-B6AA-8026231B420C}" type="presParOf" srcId="{B197835F-F01E-4A27-9D2C-5538A10B0685}" destId="{D8EB4704-44FE-45E7-BC78-406D385A8411}" srcOrd="1" destOrd="0" presId="urn:microsoft.com/office/officeart/2008/layout/LinedList"/>
    <dgm:cxn modelId="{B240CDAA-3F65-4D5E-A439-6629A03F244D}" type="presParOf" srcId="{48DA294C-A7BA-49D9-A2A9-00EA6A8E0B9C}" destId="{792D38D2-29EC-41A9-9B8E-9C33D4289070}" srcOrd="2" destOrd="0" presId="urn:microsoft.com/office/officeart/2008/layout/LinedList"/>
    <dgm:cxn modelId="{60B1B5CE-2A11-4A0C-B623-F1772932BCF0}" type="presParOf" srcId="{48DA294C-A7BA-49D9-A2A9-00EA6A8E0B9C}" destId="{4232FC9F-F7E5-4F8A-A01C-3FE28BFFB2DF}" srcOrd="3" destOrd="0" presId="urn:microsoft.com/office/officeart/2008/layout/LinedList"/>
    <dgm:cxn modelId="{4E321F35-C632-4A57-AB35-F9A0CBC580D9}" type="presParOf" srcId="{4232FC9F-F7E5-4F8A-A01C-3FE28BFFB2DF}" destId="{2BF70321-CAB6-42C3-973B-818E0CB256B7}" srcOrd="0" destOrd="0" presId="urn:microsoft.com/office/officeart/2008/layout/LinedList"/>
    <dgm:cxn modelId="{A1A28530-1C87-483A-93A6-3780BE1FE9C3}" type="presParOf" srcId="{4232FC9F-F7E5-4F8A-A01C-3FE28BFFB2DF}" destId="{562688E0-0EBA-4B06-9EB5-48C7E79A9C2A}" srcOrd="1" destOrd="0" presId="urn:microsoft.com/office/officeart/2008/layout/LinedList"/>
    <dgm:cxn modelId="{52168E09-2C80-40DD-B55E-21A429EE4585}" type="presParOf" srcId="{48DA294C-A7BA-49D9-A2A9-00EA6A8E0B9C}" destId="{2D9CAA8E-63B3-4293-80CD-FCC276B436A2}" srcOrd="4" destOrd="0" presId="urn:microsoft.com/office/officeart/2008/layout/LinedList"/>
    <dgm:cxn modelId="{1CB8547A-40D9-499B-9B34-607ECE0E24FC}" type="presParOf" srcId="{48DA294C-A7BA-49D9-A2A9-00EA6A8E0B9C}" destId="{D1BADAC9-5160-4869-8B2B-702C16AC904B}" srcOrd="5" destOrd="0" presId="urn:microsoft.com/office/officeart/2008/layout/LinedList"/>
    <dgm:cxn modelId="{4B2C7523-A80B-466B-9A70-6F2E8C6B839F}" type="presParOf" srcId="{D1BADAC9-5160-4869-8B2B-702C16AC904B}" destId="{E51FE08E-1A5D-4040-89A8-7D4012841764}" srcOrd="0" destOrd="0" presId="urn:microsoft.com/office/officeart/2008/layout/LinedList"/>
    <dgm:cxn modelId="{D12DEFA6-F114-4BEF-971A-8CFDF690F678}" type="presParOf" srcId="{D1BADAC9-5160-4869-8B2B-702C16AC904B}" destId="{F7738DBC-86E0-4468-B68C-1E14AF59E6C6}" srcOrd="1" destOrd="0" presId="urn:microsoft.com/office/officeart/2008/layout/LinedList"/>
    <dgm:cxn modelId="{020835A5-CB57-490D-BDDB-BD6030316628}" type="presParOf" srcId="{48DA294C-A7BA-49D9-A2A9-00EA6A8E0B9C}" destId="{FC3975E7-E31A-44A4-8C6A-78B653A23B04}" srcOrd="6" destOrd="0" presId="urn:microsoft.com/office/officeart/2008/layout/LinedList"/>
    <dgm:cxn modelId="{99C1E6B5-E23A-451D-B4D6-008CE03BAAF4}" type="presParOf" srcId="{48DA294C-A7BA-49D9-A2A9-00EA6A8E0B9C}" destId="{962780D3-A974-4692-892B-4A166E16DDF6}" srcOrd="7" destOrd="0" presId="urn:microsoft.com/office/officeart/2008/layout/LinedList"/>
    <dgm:cxn modelId="{F4DFE48A-78B0-4759-8901-F3F969FF232E}" type="presParOf" srcId="{962780D3-A974-4692-892B-4A166E16DDF6}" destId="{8B2C8BD6-14BE-4F8E-BFF3-07E68D2BD06B}" srcOrd="0" destOrd="0" presId="urn:microsoft.com/office/officeart/2008/layout/LinedList"/>
    <dgm:cxn modelId="{81CAD828-5451-46EA-8D57-143D173F6B53}" type="presParOf" srcId="{962780D3-A974-4692-892B-4A166E16DDF6}" destId="{C25A54CB-A865-48AB-BD97-9B276E2A539B}" srcOrd="1" destOrd="0" presId="urn:microsoft.com/office/officeart/2008/layout/LinedList"/>
    <dgm:cxn modelId="{8E0A0F40-CFFC-42C6-9672-680AA0DA0A46}" type="presParOf" srcId="{48DA294C-A7BA-49D9-A2A9-00EA6A8E0B9C}" destId="{B20783FF-7263-4798-A632-9297DEB994E3}" srcOrd="8" destOrd="0" presId="urn:microsoft.com/office/officeart/2008/layout/LinedList"/>
    <dgm:cxn modelId="{FFEDB926-0133-47AA-805A-F1D3A2E31E48}" type="presParOf" srcId="{48DA294C-A7BA-49D9-A2A9-00EA6A8E0B9C}" destId="{01BABB92-E7C3-4628-9208-E7A6985CD72E}" srcOrd="9" destOrd="0" presId="urn:microsoft.com/office/officeart/2008/layout/LinedList"/>
    <dgm:cxn modelId="{82AA4A9D-D87D-4CDB-B807-254F8EE80786}" type="presParOf" srcId="{01BABB92-E7C3-4628-9208-E7A6985CD72E}" destId="{AF9491BA-6FD9-4864-98FE-E1CCC50E1798}" srcOrd="0" destOrd="0" presId="urn:microsoft.com/office/officeart/2008/layout/LinedList"/>
    <dgm:cxn modelId="{17AE6474-0F42-402A-B7CB-EF9C6FDFC55D}" type="presParOf" srcId="{01BABB92-E7C3-4628-9208-E7A6985CD72E}" destId="{2978975D-1DF6-4B93-86CA-6E151F29EA5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373C2-EE64-498E-BD90-06E3D6B61CA2}">
      <dsp:nvSpPr>
        <dsp:cNvPr id="0" name=""/>
        <dsp:cNvSpPr/>
      </dsp:nvSpPr>
      <dsp:spPr>
        <a:xfrm>
          <a:off x="0" y="255022"/>
          <a:ext cx="4869656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FA9215-E0E5-4288-8A60-BCE8C9160055}">
      <dsp:nvSpPr>
        <dsp:cNvPr id="0" name=""/>
        <dsp:cNvSpPr/>
      </dsp:nvSpPr>
      <dsp:spPr>
        <a:xfrm>
          <a:off x="243482" y="4102"/>
          <a:ext cx="3408759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Executive Objective</a:t>
          </a:r>
        </a:p>
      </dsp:txBody>
      <dsp:txXfrm>
        <a:off x="267980" y="28600"/>
        <a:ext cx="3359763" cy="452844"/>
      </dsp:txXfrm>
    </dsp:sp>
    <dsp:sp modelId="{488F821A-B37A-4E2E-A18C-95233EF551E3}">
      <dsp:nvSpPr>
        <dsp:cNvPr id="0" name=""/>
        <dsp:cNvSpPr/>
      </dsp:nvSpPr>
      <dsp:spPr>
        <a:xfrm>
          <a:off x="0" y="1026142"/>
          <a:ext cx="4869656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718792"/>
              <a:satOff val="4944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4E78B-F494-45A1-97DB-66B78469437E}">
      <dsp:nvSpPr>
        <dsp:cNvPr id="0" name=""/>
        <dsp:cNvSpPr/>
      </dsp:nvSpPr>
      <dsp:spPr>
        <a:xfrm>
          <a:off x="243482" y="775222"/>
          <a:ext cx="3408759" cy="501840"/>
        </a:xfrm>
        <a:prstGeom prst="roundRect">
          <a:avLst/>
        </a:prstGeom>
        <a:solidFill>
          <a:schemeClr val="accent2">
            <a:hueOff val="-718792"/>
            <a:satOff val="4944"/>
            <a:lumOff val="54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Context &amp; Background</a:t>
          </a:r>
        </a:p>
      </dsp:txBody>
      <dsp:txXfrm>
        <a:off x="267980" y="799720"/>
        <a:ext cx="3359763" cy="452844"/>
      </dsp:txXfrm>
    </dsp:sp>
    <dsp:sp modelId="{C51BE566-D266-46A1-90D0-D0FFA8765810}">
      <dsp:nvSpPr>
        <dsp:cNvPr id="0" name=""/>
        <dsp:cNvSpPr/>
      </dsp:nvSpPr>
      <dsp:spPr>
        <a:xfrm>
          <a:off x="0" y="1797262"/>
          <a:ext cx="4869656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1437584"/>
              <a:satOff val="9889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3B73B1-CDBC-451E-902B-A933D7D69BDE}">
      <dsp:nvSpPr>
        <dsp:cNvPr id="0" name=""/>
        <dsp:cNvSpPr/>
      </dsp:nvSpPr>
      <dsp:spPr>
        <a:xfrm>
          <a:off x="243482" y="1546342"/>
          <a:ext cx="3408759" cy="501840"/>
        </a:xfrm>
        <a:prstGeom prst="roundRect">
          <a:avLst/>
        </a:prstGeom>
        <a:solidFill>
          <a:schemeClr val="accent2">
            <a:hueOff val="-1437584"/>
            <a:satOff val="9889"/>
            <a:lumOff val="109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Key Insights</a:t>
          </a:r>
        </a:p>
      </dsp:txBody>
      <dsp:txXfrm>
        <a:off x="267980" y="1570840"/>
        <a:ext cx="3359763" cy="452844"/>
      </dsp:txXfrm>
    </dsp:sp>
    <dsp:sp modelId="{C4B44EE2-48D3-49E5-8026-49FFC1F0F104}">
      <dsp:nvSpPr>
        <dsp:cNvPr id="0" name=""/>
        <dsp:cNvSpPr/>
      </dsp:nvSpPr>
      <dsp:spPr>
        <a:xfrm>
          <a:off x="0" y="2568382"/>
          <a:ext cx="4869656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2156377"/>
              <a:satOff val="14833"/>
              <a:lumOff val="1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1F61C2-8F98-415D-89F0-69E13A1360AD}">
      <dsp:nvSpPr>
        <dsp:cNvPr id="0" name=""/>
        <dsp:cNvSpPr/>
      </dsp:nvSpPr>
      <dsp:spPr>
        <a:xfrm>
          <a:off x="243482" y="2317462"/>
          <a:ext cx="3408759" cy="501840"/>
        </a:xfrm>
        <a:prstGeom prst="roundRect">
          <a:avLst/>
        </a:prstGeom>
        <a:solidFill>
          <a:schemeClr val="accent2">
            <a:hueOff val="-2156377"/>
            <a:satOff val="14833"/>
            <a:lumOff val="164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Technical Recommendations</a:t>
          </a:r>
        </a:p>
      </dsp:txBody>
      <dsp:txXfrm>
        <a:off x="267980" y="2341960"/>
        <a:ext cx="3359763" cy="452844"/>
      </dsp:txXfrm>
    </dsp:sp>
    <dsp:sp modelId="{1A3A212E-03C0-4D2F-823E-2FC2D34A0A40}">
      <dsp:nvSpPr>
        <dsp:cNvPr id="0" name=""/>
        <dsp:cNvSpPr/>
      </dsp:nvSpPr>
      <dsp:spPr>
        <a:xfrm>
          <a:off x="0" y="3339502"/>
          <a:ext cx="4869656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2875169"/>
              <a:satOff val="19778"/>
              <a:lumOff val="21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71C6A3-3732-417E-A2E9-774466A30388}">
      <dsp:nvSpPr>
        <dsp:cNvPr id="0" name=""/>
        <dsp:cNvSpPr/>
      </dsp:nvSpPr>
      <dsp:spPr>
        <a:xfrm>
          <a:off x="243482" y="3088582"/>
          <a:ext cx="3408759" cy="501840"/>
        </a:xfrm>
        <a:prstGeom prst="roundRect">
          <a:avLst/>
        </a:prstGeom>
        <a:solidFill>
          <a:schemeClr val="accent2">
            <a:hueOff val="-2875169"/>
            <a:satOff val="19778"/>
            <a:lumOff val="219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Impact Summary</a:t>
          </a:r>
        </a:p>
      </dsp:txBody>
      <dsp:txXfrm>
        <a:off x="267980" y="3113080"/>
        <a:ext cx="3359763" cy="452844"/>
      </dsp:txXfrm>
    </dsp:sp>
    <dsp:sp modelId="{B9298382-500B-4074-9E99-656D34454AE7}">
      <dsp:nvSpPr>
        <dsp:cNvPr id="0" name=""/>
        <dsp:cNvSpPr/>
      </dsp:nvSpPr>
      <dsp:spPr>
        <a:xfrm>
          <a:off x="0" y="4110622"/>
          <a:ext cx="4869656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939" tIns="354076" rIns="37793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Data Source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Data Methodology</a:t>
          </a:r>
        </a:p>
      </dsp:txBody>
      <dsp:txXfrm>
        <a:off x="0" y="4110622"/>
        <a:ext cx="4869656" cy="990675"/>
      </dsp:txXfrm>
    </dsp:sp>
    <dsp:sp modelId="{C72FB398-D9EA-46A7-BCD7-B1129B6E2B7C}">
      <dsp:nvSpPr>
        <dsp:cNvPr id="0" name=""/>
        <dsp:cNvSpPr/>
      </dsp:nvSpPr>
      <dsp:spPr>
        <a:xfrm>
          <a:off x="243482" y="3859702"/>
          <a:ext cx="3408759" cy="501840"/>
        </a:xfrm>
        <a:prstGeom prst="round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843" tIns="0" rIns="12884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AppendiX</a:t>
          </a:r>
        </a:p>
      </dsp:txBody>
      <dsp:txXfrm>
        <a:off x="267980" y="3884200"/>
        <a:ext cx="3359763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1EDC6-197E-41CD-91A1-4E7A3A4444A9}">
      <dsp:nvSpPr>
        <dsp:cNvPr id="0" name=""/>
        <dsp:cNvSpPr/>
      </dsp:nvSpPr>
      <dsp:spPr>
        <a:xfrm>
          <a:off x="0" y="551099"/>
          <a:ext cx="4869656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improve service efficiency customer satisfaction</a:t>
          </a:r>
        </a:p>
      </dsp:txBody>
      <dsp:txXfrm>
        <a:off x="62141" y="613240"/>
        <a:ext cx="4745374" cy="1148678"/>
      </dsp:txXfrm>
    </dsp:sp>
    <dsp:sp modelId="{6CA06EEC-1787-46C1-B1EF-44025EB861C8}">
      <dsp:nvSpPr>
        <dsp:cNvPr id="0" name=""/>
        <dsp:cNvSpPr/>
      </dsp:nvSpPr>
      <dsp:spPr>
        <a:xfrm>
          <a:off x="0" y="1916220"/>
          <a:ext cx="4869656" cy="1272960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Improve revenue performance,</a:t>
          </a:r>
        </a:p>
      </dsp:txBody>
      <dsp:txXfrm>
        <a:off x="62141" y="1978361"/>
        <a:ext cx="4745374" cy="1148678"/>
      </dsp:txXfrm>
    </dsp:sp>
    <dsp:sp modelId="{C5293A23-B97D-43F3-B377-1BF5D4640464}">
      <dsp:nvSpPr>
        <dsp:cNvPr id="0" name=""/>
        <dsp:cNvSpPr/>
      </dsp:nvSpPr>
      <dsp:spPr>
        <a:xfrm>
          <a:off x="0" y="3281340"/>
          <a:ext cx="4869656" cy="1272960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Provide early recommendation </a:t>
          </a:r>
        </a:p>
      </dsp:txBody>
      <dsp:txXfrm>
        <a:off x="62141" y="3343481"/>
        <a:ext cx="4745374" cy="11486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7CE08-B7BC-44C3-8F2F-269C06839864}">
      <dsp:nvSpPr>
        <dsp:cNvPr id="0" name=""/>
        <dsp:cNvSpPr/>
      </dsp:nvSpPr>
      <dsp:spPr>
        <a:xfrm>
          <a:off x="0" y="343289"/>
          <a:ext cx="4869656" cy="8353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High cancellation rates during peak hours due to driver unavailability.</a:t>
          </a:r>
        </a:p>
      </dsp:txBody>
      <dsp:txXfrm>
        <a:off x="40780" y="384069"/>
        <a:ext cx="4788096" cy="753819"/>
      </dsp:txXfrm>
    </dsp:sp>
    <dsp:sp modelId="{A977E236-8894-4338-AD11-9BA5939161B1}">
      <dsp:nvSpPr>
        <dsp:cNvPr id="0" name=""/>
        <dsp:cNvSpPr/>
      </dsp:nvSpPr>
      <dsp:spPr>
        <a:xfrm>
          <a:off x="0" y="1239149"/>
          <a:ext cx="4869656" cy="835379"/>
        </a:xfrm>
        <a:prstGeom prst="roundRect">
          <a:avLst/>
        </a:prstGeom>
        <a:solidFill>
          <a:schemeClr val="accent2">
            <a:hueOff val="-898490"/>
            <a:satOff val="6181"/>
            <a:lumOff val="68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Imbalance between search demand and completed trips in certain assemblies.</a:t>
          </a:r>
        </a:p>
      </dsp:txBody>
      <dsp:txXfrm>
        <a:off x="40780" y="1279929"/>
        <a:ext cx="4788096" cy="753819"/>
      </dsp:txXfrm>
    </dsp:sp>
    <dsp:sp modelId="{26E24A30-D92E-4635-A4DD-E1919E9D6A92}">
      <dsp:nvSpPr>
        <dsp:cNvPr id="0" name=""/>
        <dsp:cNvSpPr/>
      </dsp:nvSpPr>
      <dsp:spPr>
        <a:xfrm>
          <a:off x="0" y="2135009"/>
          <a:ext cx="4869656" cy="835379"/>
        </a:xfrm>
        <a:prstGeom prst="roundRect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Variation in fare acceptance leads to inconsistent trip conversions.</a:t>
          </a:r>
        </a:p>
      </dsp:txBody>
      <dsp:txXfrm>
        <a:off x="40780" y="2175789"/>
        <a:ext cx="4788096" cy="753819"/>
      </dsp:txXfrm>
    </dsp:sp>
    <dsp:sp modelId="{5A847BA0-7C3E-4624-80BB-878DC2D0DF23}">
      <dsp:nvSpPr>
        <dsp:cNvPr id="0" name=""/>
        <dsp:cNvSpPr/>
      </dsp:nvSpPr>
      <dsp:spPr>
        <a:xfrm>
          <a:off x="0" y="3030870"/>
          <a:ext cx="4869656" cy="835379"/>
        </a:xfrm>
        <a:prstGeom prst="roundRect">
          <a:avLst/>
        </a:prstGeom>
        <a:solidFill>
          <a:schemeClr val="accent2">
            <a:hueOff val="-2695471"/>
            <a:satOff val="18542"/>
            <a:lumOff val="205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Limited supply during late-night hours reduces completion rate.</a:t>
          </a:r>
        </a:p>
      </dsp:txBody>
      <dsp:txXfrm>
        <a:off x="40780" y="3071650"/>
        <a:ext cx="4788096" cy="753819"/>
      </dsp:txXfrm>
    </dsp:sp>
    <dsp:sp modelId="{BB0AE6DD-7F10-4FE3-B8AB-EE13FDBB30C4}">
      <dsp:nvSpPr>
        <dsp:cNvPr id="0" name=""/>
        <dsp:cNvSpPr/>
      </dsp:nvSpPr>
      <dsp:spPr>
        <a:xfrm>
          <a:off x="0" y="3926730"/>
          <a:ext cx="4869656" cy="835379"/>
        </a:xfrm>
        <a:prstGeom prst="round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Lack of forecasting leads to unplanned supply shortages.</a:t>
          </a:r>
        </a:p>
      </dsp:txBody>
      <dsp:txXfrm>
        <a:off x="40780" y="3967510"/>
        <a:ext cx="4788096" cy="7538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DA9C8-DF85-4F80-8188-7F326BA1D4E9}">
      <dsp:nvSpPr>
        <dsp:cNvPr id="0" name=""/>
        <dsp:cNvSpPr/>
      </dsp:nvSpPr>
      <dsp:spPr>
        <a:xfrm>
          <a:off x="973931" y="1595"/>
          <a:ext cx="3895724" cy="163532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88" tIns="415372" rIns="75588" bIns="41537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Implement demand forecasting models using hourly and geospatial patterns.</a:t>
          </a:r>
        </a:p>
      </dsp:txBody>
      <dsp:txXfrm>
        <a:off x="973931" y="1595"/>
        <a:ext cx="3895724" cy="1635323"/>
      </dsp:txXfrm>
    </dsp:sp>
    <dsp:sp modelId="{7F43865C-A01F-49D5-99CE-CDA39850C2E3}">
      <dsp:nvSpPr>
        <dsp:cNvPr id="0" name=""/>
        <dsp:cNvSpPr/>
      </dsp:nvSpPr>
      <dsp:spPr>
        <a:xfrm>
          <a:off x="0" y="1595"/>
          <a:ext cx="973931" cy="16353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37" tIns="161534" rIns="51537" bIns="16153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Implement</a:t>
          </a:r>
        </a:p>
      </dsp:txBody>
      <dsp:txXfrm>
        <a:off x="0" y="1595"/>
        <a:ext cx="973931" cy="1635323"/>
      </dsp:txXfrm>
    </dsp:sp>
    <dsp:sp modelId="{D70412B2-65B3-4A94-B7F7-4D470379203D}">
      <dsp:nvSpPr>
        <dsp:cNvPr id="0" name=""/>
        <dsp:cNvSpPr/>
      </dsp:nvSpPr>
      <dsp:spPr>
        <a:xfrm>
          <a:off x="973931" y="1735038"/>
          <a:ext cx="3895724" cy="1635323"/>
        </a:xfrm>
        <a:prstGeom prst="rect">
          <a:avLst/>
        </a:prstGeom>
        <a:solidFill>
          <a:schemeClr val="accent2">
            <a:tint val="40000"/>
            <a:alpha val="90000"/>
            <a:hueOff val="-2262220"/>
            <a:satOff val="12987"/>
            <a:lumOff val="857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2262220"/>
              <a:satOff val="12987"/>
              <a:lumOff val="8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88" tIns="415372" rIns="75588" bIns="41537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Enhance data model normalization for time, geography, and trip event sequences</a:t>
          </a:r>
          <a:r>
            <a:rPr lang="en-US" sz="1200" kern="1200" dirty="0"/>
            <a:t>.</a:t>
          </a:r>
        </a:p>
      </dsp:txBody>
      <dsp:txXfrm>
        <a:off x="973931" y="1735038"/>
        <a:ext cx="3895724" cy="1635323"/>
      </dsp:txXfrm>
    </dsp:sp>
    <dsp:sp modelId="{D2345D25-B4CD-4C1A-9DFF-39A583B4CE25}">
      <dsp:nvSpPr>
        <dsp:cNvPr id="0" name=""/>
        <dsp:cNvSpPr/>
      </dsp:nvSpPr>
      <dsp:spPr>
        <a:xfrm>
          <a:off x="0" y="1735038"/>
          <a:ext cx="973931" cy="1635323"/>
        </a:xfrm>
        <a:prstGeom prst="rect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37" tIns="161534" rIns="51537" bIns="16153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Enhance</a:t>
          </a:r>
        </a:p>
      </dsp:txBody>
      <dsp:txXfrm>
        <a:off x="0" y="1735038"/>
        <a:ext cx="973931" cy="1635323"/>
      </dsp:txXfrm>
    </dsp:sp>
    <dsp:sp modelId="{72AC74C1-C93E-4F48-8B14-690DB45B9822}">
      <dsp:nvSpPr>
        <dsp:cNvPr id="0" name=""/>
        <dsp:cNvSpPr/>
      </dsp:nvSpPr>
      <dsp:spPr>
        <a:xfrm>
          <a:off x="973931" y="3468481"/>
          <a:ext cx="3895724" cy="1635323"/>
        </a:xfrm>
        <a:prstGeom prst="rect">
          <a:avLst/>
        </a:prstGeom>
        <a:solidFill>
          <a:schemeClr val="accent2">
            <a:tint val="40000"/>
            <a:alpha val="90000"/>
            <a:hueOff val="-4524440"/>
            <a:satOff val="25974"/>
            <a:lumOff val="1714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4524440"/>
              <a:satOff val="25974"/>
              <a:lumOff val="17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88" tIns="415372" rIns="75588" bIns="41537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Build machine-learning–based dynamic allocation engine to reduce cancellations.</a:t>
          </a:r>
        </a:p>
      </dsp:txBody>
      <dsp:txXfrm>
        <a:off x="973931" y="3468481"/>
        <a:ext cx="3895724" cy="1635323"/>
      </dsp:txXfrm>
    </dsp:sp>
    <dsp:sp modelId="{9FB48D28-20BA-439F-8837-0563AB14BCFC}">
      <dsp:nvSpPr>
        <dsp:cNvPr id="0" name=""/>
        <dsp:cNvSpPr/>
      </dsp:nvSpPr>
      <dsp:spPr>
        <a:xfrm>
          <a:off x="0" y="3468481"/>
          <a:ext cx="973931" cy="1635323"/>
        </a:xfrm>
        <a:prstGeom prst="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37" tIns="161534" rIns="51537" bIns="16153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Build</a:t>
          </a:r>
        </a:p>
      </dsp:txBody>
      <dsp:txXfrm>
        <a:off x="0" y="3468481"/>
        <a:ext cx="973931" cy="16353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4787E-5D96-482D-8170-1C1A61F0BED5}">
      <dsp:nvSpPr>
        <dsp:cNvPr id="0" name=""/>
        <dsp:cNvSpPr/>
      </dsp:nvSpPr>
      <dsp:spPr>
        <a:xfrm>
          <a:off x="0" y="2492"/>
          <a:ext cx="48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13CD0-99BF-4705-BAA6-E27477D4E8F7}">
      <dsp:nvSpPr>
        <dsp:cNvPr id="0" name=""/>
        <dsp:cNvSpPr/>
      </dsp:nvSpPr>
      <dsp:spPr>
        <a:xfrm>
          <a:off x="0" y="2492"/>
          <a:ext cx="4869656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Better demand–supply alignment can increase completion rates significantly.</a:t>
          </a:r>
        </a:p>
      </dsp:txBody>
      <dsp:txXfrm>
        <a:off x="0" y="2492"/>
        <a:ext cx="4869656" cy="1700138"/>
      </dsp:txXfrm>
    </dsp:sp>
    <dsp:sp modelId="{A02EDFE3-315E-4312-AA81-C32672256A26}">
      <dsp:nvSpPr>
        <dsp:cNvPr id="0" name=""/>
        <dsp:cNvSpPr/>
      </dsp:nvSpPr>
      <dsp:spPr>
        <a:xfrm>
          <a:off x="0" y="1702630"/>
          <a:ext cx="4869656" cy="0"/>
        </a:xfrm>
        <a:prstGeom prst="lin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8B33B-8C33-49E4-B452-631E49EBE651}">
      <dsp:nvSpPr>
        <dsp:cNvPr id="0" name=""/>
        <dsp:cNvSpPr/>
      </dsp:nvSpPr>
      <dsp:spPr>
        <a:xfrm>
          <a:off x="0" y="1702630"/>
          <a:ext cx="4869656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Price elasticity insights enable smarter fare strategies.</a:t>
          </a:r>
        </a:p>
      </dsp:txBody>
      <dsp:txXfrm>
        <a:off x="0" y="1702630"/>
        <a:ext cx="4869656" cy="1700138"/>
      </dsp:txXfrm>
    </dsp:sp>
    <dsp:sp modelId="{172A0B0D-C8FE-45F1-A12C-CB84F0672C5F}">
      <dsp:nvSpPr>
        <dsp:cNvPr id="0" name=""/>
        <dsp:cNvSpPr/>
      </dsp:nvSpPr>
      <dsp:spPr>
        <a:xfrm>
          <a:off x="0" y="3402769"/>
          <a:ext cx="4869656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1C4BC-EDC9-4C8F-BCCD-110BBCDCE2D8}">
      <dsp:nvSpPr>
        <dsp:cNvPr id="0" name=""/>
        <dsp:cNvSpPr/>
      </dsp:nvSpPr>
      <dsp:spPr>
        <a:xfrm>
          <a:off x="0" y="3402769"/>
          <a:ext cx="4869656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Technical automation reduces manual coordination and enhances platform scalability.</a:t>
          </a:r>
        </a:p>
      </dsp:txBody>
      <dsp:txXfrm>
        <a:off x="0" y="3402769"/>
        <a:ext cx="4869656" cy="170013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4787E-5D96-482D-8170-1C1A61F0BED5}">
      <dsp:nvSpPr>
        <dsp:cNvPr id="0" name=""/>
        <dsp:cNvSpPr/>
      </dsp:nvSpPr>
      <dsp:spPr>
        <a:xfrm>
          <a:off x="0" y="0"/>
          <a:ext cx="48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13CD0-99BF-4705-BAA6-E27477D4E8F7}">
      <dsp:nvSpPr>
        <dsp:cNvPr id="0" name=""/>
        <dsp:cNvSpPr/>
      </dsp:nvSpPr>
      <dsp:spPr>
        <a:xfrm>
          <a:off x="0" y="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Namma</a:t>
          </a:r>
          <a:r>
            <a:rPr lang="en-US" sz="3500" kern="1200" dirty="0"/>
            <a:t> Yatri internal trips database</a:t>
          </a:r>
        </a:p>
      </dsp:txBody>
      <dsp:txXfrm>
        <a:off x="0" y="0"/>
        <a:ext cx="4869656" cy="1276350"/>
      </dsp:txXfrm>
    </dsp:sp>
    <dsp:sp modelId="{B4785111-B32C-4D4E-BF0D-B07CEC265E4C}">
      <dsp:nvSpPr>
        <dsp:cNvPr id="0" name=""/>
        <dsp:cNvSpPr/>
      </dsp:nvSpPr>
      <dsp:spPr>
        <a:xfrm>
          <a:off x="0" y="1276350"/>
          <a:ext cx="4869656" cy="0"/>
        </a:xfrm>
        <a:prstGeom prst="line">
          <a:avLst/>
        </a:prstGeom>
        <a:solidFill>
          <a:schemeClr val="accent2">
            <a:hueOff val="-1197987"/>
            <a:satOff val="8241"/>
            <a:lumOff val="915"/>
            <a:alphaOff val="0"/>
          </a:schemeClr>
        </a:solidFill>
        <a:ln w="15875" cap="rnd" cmpd="sng" algn="ctr">
          <a:solidFill>
            <a:schemeClr val="accent2">
              <a:hueOff val="-1197987"/>
              <a:satOff val="8241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666C6-1352-42A6-8602-9DC069BFD603}">
      <dsp:nvSpPr>
        <dsp:cNvPr id="0" name=""/>
        <dsp:cNvSpPr/>
      </dsp:nvSpPr>
      <dsp:spPr>
        <a:xfrm>
          <a:off x="0" y="127635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Search and quote logs</a:t>
          </a:r>
          <a:endParaRPr lang="en-US" sz="3500" kern="1200" dirty="0"/>
        </a:p>
      </dsp:txBody>
      <dsp:txXfrm>
        <a:off x="0" y="1276350"/>
        <a:ext cx="4869656" cy="1276350"/>
      </dsp:txXfrm>
    </dsp:sp>
    <dsp:sp modelId="{BD5E2510-9AD5-4ABC-A0F0-668B1542F02A}">
      <dsp:nvSpPr>
        <dsp:cNvPr id="0" name=""/>
        <dsp:cNvSpPr/>
      </dsp:nvSpPr>
      <dsp:spPr>
        <a:xfrm>
          <a:off x="0" y="2552700"/>
          <a:ext cx="4869656" cy="0"/>
        </a:xfrm>
        <a:prstGeom prst="line">
          <a:avLst/>
        </a:prstGeom>
        <a:solidFill>
          <a:schemeClr val="accent2">
            <a:hueOff val="-2395974"/>
            <a:satOff val="16481"/>
            <a:lumOff val="1829"/>
            <a:alphaOff val="0"/>
          </a:schemeClr>
        </a:solidFill>
        <a:ln w="15875" cap="rnd" cmpd="sng" algn="ctr">
          <a:solidFill>
            <a:schemeClr val="accent2">
              <a:hueOff val="-2395974"/>
              <a:satOff val="16481"/>
              <a:lumOff val="18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36F4F-9E39-4F40-A748-61BDEF1ABA1C}">
      <dsp:nvSpPr>
        <dsp:cNvPr id="0" name=""/>
        <dsp:cNvSpPr/>
      </dsp:nvSpPr>
      <dsp:spPr>
        <a:xfrm>
          <a:off x="0" y="255270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Assembly-level pickup geodata</a:t>
          </a:r>
          <a:endParaRPr lang="en-US" sz="3500" kern="1200" dirty="0"/>
        </a:p>
      </dsp:txBody>
      <dsp:txXfrm>
        <a:off x="0" y="2552700"/>
        <a:ext cx="4869656" cy="1276350"/>
      </dsp:txXfrm>
    </dsp:sp>
    <dsp:sp modelId="{0ECABDE5-2AE5-4905-A8B9-E8E49892E3BB}">
      <dsp:nvSpPr>
        <dsp:cNvPr id="0" name=""/>
        <dsp:cNvSpPr/>
      </dsp:nvSpPr>
      <dsp:spPr>
        <a:xfrm>
          <a:off x="0" y="3829050"/>
          <a:ext cx="4869656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07C2E-4BAC-411C-90E7-91B615CCF2CA}">
      <dsp:nvSpPr>
        <dsp:cNvPr id="0" name=""/>
        <dsp:cNvSpPr/>
      </dsp:nvSpPr>
      <dsp:spPr>
        <a:xfrm>
          <a:off x="0" y="382905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Payment records</a:t>
          </a:r>
          <a:endParaRPr lang="en-US" sz="3500" kern="1200" dirty="0"/>
        </a:p>
      </dsp:txBody>
      <dsp:txXfrm>
        <a:off x="0" y="3829050"/>
        <a:ext cx="4869656" cy="12763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4787E-5D96-482D-8170-1C1A61F0BED5}">
      <dsp:nvSpPr>
        <dsp:cNvPr id="0" name=""/>
        <dsp:cNvSpPr/>
      </dsp:nvSpPr>
      <dsp:spPr>
        <a:xfrm>
          <a:off x="0" y="623"/>
          <a:ext cx="48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13CD0-99BF-4705-BAA6-E27477D4E8F7}">
      <dsp:nvSpPr>
        <dsp:cNvPr id="0" name=""/>
        <dsp:cNvSpPr/>
      </dsp:nvSpPr>
      <dsp:spPr>
        <a:xfrm>
          <a:off x="0" y="623"/>
          <a:ext cx="4869656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Cleaned and standardized time-based columns.</a:t>
          </a:r>
        </a:p>
      </dsp:txBody>
      <dsp:txXfrm>
        <a:off x="0" y="623"/>
        <a:ext cx="4869656" cy="1020830"/>
      </dsp:txXfrm>
    </dsp:sp>
    <dsp:sp modelId="{792D38D2-29EC-41A9-9B8E-9C33D4289070}">
      <dsp:nvSpPr>
        <dsp:cNvPr id="0" name=""/>
        <dsp:cNvSpPr/>
      </dsp:nvSpPr>
      <dsp:spPr>
        <a:xfrm>
          <a:off x="0" y="1021453"/>
          <a:ext cx="4869656" cy="0"/>
        </a:xfrm>
        <a:prstGeom prst="line">
          <a:avLst/>
        </a:prstGeom>
        <a:solidFill>
          <a:schemeClr val="accent2">
            <a:hueOff val="-898490"/>
            <a:satOff val="6181"/>
            <a:lumOff val="686"/>
            <a:alphaOff val="0"/>
          </a:schemeClr>
        </a:solidFill>
        <a:ln w="15875" cap="rnd" cmpd="sng" algn="ctr">
          <a:solidFill>
            <a:schemeClr val="accent2">
              <a:hueOff val="-898490"/>
              <a:satOff val="6181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70321-CAB6-42C3-973B-818E0CB256B7}">
      <dsp:nvSpPr>
        <dsp:cNvPr id="0" name=""/>
        <dsp:cNvSpPr/>
      </dsp:nvSpPr>
      <dsp:spPr>
        <a:xfrm>
          <a:off x="0" y="1021453"/>
          <a:ext cx="4869656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Derived duration categories and hourly slots.</a:t>
          </a:r>
        </a:p>
      </dsp:txBody>
      <dsp:txXfrm>
        <a:off x="0" y="1021453"/>
        <a:ext cx="4869656" cy="1020830"/>
      </dsp:txXfrm>
    </dsp:sp>
    <dsp:sp modelId="{2D9CAA8E-63B3-4293-80CD-FCC276B436A2}">
      <dsp:nvSpPr>
        <dsp:cNvPr id="0" name=""/>
        <dsp:cNvSpPr/>
      </dsp:nvSpPr>
      <dsp:spPr>
        <a:xfrm>
          <a:off x="0" y="2042284"/>
          <a:ext cx="4869656" cy="0"/>
        </a:xfrm>
        <a:prstGeom prst="lin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FE08E-1A5D-4040-89A8-7D4012841764}">
      <dsp:nvSpPr>
        <dsp:cNvPr id="0" name=""/>
        <dsp:cNvSpPr/>
      </dsp:nvSpPr>
      <dsp:spPr>
        <a:xfrm>
          <a:off x="0" y="2042284"/>
          <a:ext cx="4869656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Modeled revenue and fare metrics.</a:t>
          </a:r>
        </a:p>
      </dsp:txBody>
      <dsp:txXfrm>
        <a:off x="0" y="2042284"/>
        <a:ext cx="4869656" cy="1020830"/>
      </dsp:txXfrm>
    </dsp:sp>
    <dsp:sp modelId="{FC3975E7-E31A-44A4-8C6A-78B653A23B04}">
      <dsp:nvSpPr>
        <dsp:cNvPr id="0" name=""/>
        <dsp:cNvSpPr/>
      </dsp:nvSpPr>
      <dsp:spPr>
        <a:xfrm>
          <a:off x="0" y="3063115"/>
          <a:ext cx="4869656" cy="0"/>
        </a:xfrm>
        <a:prstGeom prst="line">
          <a:avLst/>
        </a:prstGeom>
        <a:solidFill>
          <a:schemeClr val="accent2">
            <a:hueOff val="-2695471"/>
            <a:satOff val="18542"/>
            <a:lumOff val="2058"/>
            <a:alphaOff val="0"/>
          </a:schemeClr>
        </a:solidFill>
        <a:ln w="15875" cap="rnd" cmpd="sng" algn="ctr">
          <a:solidFill>
            <a:schemeClr val="accent2">
              <a:hueOff val="-2695471"/>
              <a:satOff val="18542"/>
              <a:lumOff val="2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2C8BD6-14BE-4F8E-BFF3-07E68D2BD06B}">
      <dsp:nvSpPr>
        <dsp:cNvPr id="0" name=""/>
        <dsp:cNvSpPr/>
      </dsp:nvSpPr>
      <dsp:spPr>
        <a:xfrm>
          <a:off x="0" y="3063115"/>
          <a:ext cx="4869656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Built what‑if parameters for pricing and demand elasticity.</a:t>
          </a:r>
        </a:p>
      </dsp:txBody>
      <dsp:txXfrm>
        <a:off x="0" y="3063115"/>
        <a:ext cx="4869656" cy="1020830"/>
      </dsp:txXfrm>
    </dsp:sp>
    <dsp:sp modelId="{B20783FF-7263-4798-A632-9297DEB994E3}">
      <dsp:nvSpPr>
        <dsp:cNvPr id="0" name=""/>
        <dsp:cNvSpPr/>
      </dsp:nvSpPr>
      <dsp:spPr>
        <a:xfrm>
          <a:off x="0" y="4083946"/>
          <a:ext cx="4869656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491BA-6FD9-4864-98FE-E1CCC50E1798}">
      <dsp:nvSpPr>
        <dsp:cNvPr id="0" name=""/>
        <dsp:cNvSpPr/>
      </dsp:nvSpPr>
      <dsp:spPr>
        <a:xfrm>
          <a:off x="0" y="4083946"/>
          <a:ext cx="4869656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Conducted funnel analysis for conversion metrics.</a:t>
          </a:r>
        </a:p>
      </dsp:txBody>
      <dsp:txXfrm>
        <a:off x="0" y="4083946"/>
        <a:ext cx="4869656" cy="1020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6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32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29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67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5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27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5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7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7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8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96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91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85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18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74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60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5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2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81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Car">
            <a:extLst>
              <a:ext uri="{FF2B5EF4-FFF2-40B4-BE49-F238E27FC236}">
                <a16:creationId xmlns:a16="http://schemas.microsoft.com/office/drawing/2014/main" id="{595EC886-4B0D-FC9D-A5B4-28A78A902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564" y="1796505"/>
            <a:ext cx="3777809" cy="37778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7786" y="2614270"/>
            <a:ext cx="2780883" cy="313191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Impact of Increase in customer satisfaction and improve operational efficiency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666660-B4C7-6197-88E9-A89860D053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972422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Executive Objective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101DB8-A81E-074D-E4C1-00EE38BA7B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50845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731" y="316871"/>
            <a:ext cx="6979537" cy="15542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Opportunity to increase the ride counts in peak hours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841" y="1871133"/>
            <a:ext cx="4995068" cy="11798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>
              <a:defRPr sz="1400"/>
            </a:pPr>
            <a:r>
              <a:rPr sz="1500" dirty="0"/>
              <a:t>Demand varies sharply by hour,</a:t>
            </a:r>
            <a:endParaRPr lang="en-US" sz="1500" dirty="0"/>
          </a:p>
          <a:p>
            <a:pPr>
              <a:defRPr sz="1400"/>
            </a:pPr>
            <a:r>
              <a:rPr lang="en-US" sz="1500" dirty="0"/>
              <a:t>Peaking</a:t>
            </a:r>
            <a:r>
              <a:rPr sz="1500" dirty="0"/>
              <a:t> during morning and evening commute windows.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3C2AE5-1FF0-C011-DF75-6C59418E0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559" y="3653182"/>
            <a:ext cx="5906324" cy="26673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D354D-8437-D476-5659-4FB33435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F4ED-605A-71D5-A1AF-DCD8C5A6A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661" y="598114"/>
            <a:ext cx="4995068" cy="965200"/>
          </a:xfrm>
        </p:spPr>
        <p:txBody>
          <a:bodyPr>
            <a:noAutofit/>
          </a:bodyPr>
          <a:lstStyle/>
          <a:p>
            <a:r>
              <a:rPr lang="en-US" sz="3500" b="1" dirty="0"/>
              <a:t>Increase the revenue generation across all the zones</a:t>
            </a:r>
            <a:br>
              <a:rPr lang="en-US" sz="3500" b="1" dirty="0"/>
            </a:br>
            <a:endParaRPr lang="en-US" sz="3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5F29-1F8D-D743-0D51-27C8FAEB7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711" y="1617104"/>
            <a:ext cx="4796577" cy="1270168"/>
          </a:xfrm>
        </p:spPr>
        <p:txBody>
          <a:bodyPr>
            <a:normAutofit/>
          </a:bodyPr>
          <a:lstStyle/>
          <a:p>
            <a:pPr>
              <a:defRPr sz="1400"/>
            </a:pPr>
            <a:r>
              <a:rPr lang="en-US" sz="1500" dirty="0"/>
              <a:t>Revenue is concentrated in high-demand assemblies such as </a:t>
            </a:r>
            <a:r>
              <a:rPr lang="en-US" sz="1500" dirty="0" err="1"/>
              <a:t>Yeshwantpur</a:t>
            </a:r>
            <a:r>
              <a:rPr lang="en-US" sz="1500" dirty="0"/>
              <a:t> and Bangalore South.</a:t>
            </a:r>
          </a:p>
          <a:p>
            <a:pPr>
              <a:defRPr sz="1400"/>
            </a:pPr>
            <a:r>
              <a:rPr lang="en-US" sz="1500" dirty="0"/>
              <a:t>Where peak time is in afternoon and evening  with almost 24K revenue Generation.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2C8950C-9013-3621-1877-192C0F785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27" y="3109299"/>
            <a:ext cx="4439761" cy="21843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6989377-6CE9-80BC-A16D-7941ADF93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781" y="3109298"/>
            <a:ext cx="4464220" cy="218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54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0AC6D-5D3C-9A46-B6C9-F643E02B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6939-E4FE-94DE-5C4A-CA0E2B87C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667" y="235390"/>
            <a:ext cx="7667601" cy="163574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Can introduce the Promotional offers (Discounts) in Digital modes to increase customer engagement </a:t>
            </a:r>
            <a:br>
              <a:rPr lang="en-US" b="1" dirty="0"/>
            </a:b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F3D13-8F93-91ED-0082-C5FE7BE7F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234" y="1871133"/>
            <a:ext cx="7360467" cy="14786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u="sng" dirty="0"/>
          </a:p>
          <a:p>
            <a:pPr>
              <a:defRPr sz="1400"/>
            </a:pPr>
            <a:r>
              <a:rPr sz="1500" dirty="0"/>
              <a:t>Payment behavior</a:t>
            </a:r>
            <a:r>
              <a:rPr lang="en-US" sz="1500" dirty="0"/>
              <a:t> </a:t>
            </a:r>
            <a:r>
              <a:rPr sz="1500" dirty="0"/>
              <a:t>shows strong adoption of digital modes (UPI, cards).</a:t>
            </a:r>
            <a:endParaRPr lang="en-US" sz="1500" dirty="0"/>
          </a:p>
          <a:p>
            <a:pPr>
              <a:defRPr sz="1400"/>
            </a:pPr>
            <a:r>
              <a:rPr lang="en-US" sz="1500" dirty="0"/>
              <a:t>With almost 75% of the transactions with digital method</a:t>
            </a:r>
          </a:p>
          <a:p>
            <a:pPr>
              <a:defRPr sz="1400"/>
            </a:pPr>
            <a:r>
              <a:rPr lang="en-US" sz="1500" dirty="0"/>
              <a:t>Generating 566k of total revenue</a:t>
            </a:r>
            <a:endParaRPr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23C37-75A0-B2BC-9B4A-53B171585A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23"/>
          <a:stretch>
            <a:fillRect/>
          </a:stretch>
        </p:blipFill>
        <p:spPr>
          <a:xfrm>
            <a:off x="1870671" y="3639492"/>
            <a:ext cx="5229955" cy="23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33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DD53C-E8D3-217F-0CE7-A6B1C776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724BD-4448-CA4C-800D-80251CC3D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976" y="461727"/>
            <a:ext cx="6599292" cy="1409406"/>
          </a:xfrm>
        </p:spPr>
        <p:txBody>
          <a:bodyPr>
            <a:normAutofit/>
          </a:bodyPr>
          <a:lstStyle/>
          <a:p>
            <a:r>
              <a:rPr lang="en-US" sz="3600" b="1" dirty="0"/>
              <a:t>Forecasting of the Fare along with the demand of the rides </a:t>
            </a:r>
            <a:endParaRPr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7FF5C-D555-C47E-84CB-82FFEE534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2210" y="1475020"/>
            <a:ext cx="5890824" cy="15810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pPr>
              <a:defRPr sz="1400"/>
            </a:pPr>
            <a:r>
              <a:rPr sz="1500" dirty="0"/>
              <a:t>Price sensitivity is visible, where higher fares reduce trip confirmations.</a:t>
            </a:r>
            <a:endParaRPr lang="en-US" sz="1500" dirty="0"/>
          </a:p>
          <a:p>
            <a:pPr>
              <a:defRPr sz="1400"/>
            </a:pPr>
            <a:r>
              <a:rPr lang="en-US" sz="1500" dirty="0"/>
              <a:t>When there is high demand, we see the Fare price moving along. Other wise the ride completion in hampering</a:t>
            </a:r>
            <a:endParaRPr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E1B4D-46F6-02EC-375D-3C1C156DF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632" y="3193610"/>
            <a:ext cx="5435979" cy="310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69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Operational Challenges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C9A8C1-BC2F-3196-B5A1-01494E7C4F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2275333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Technical Recommendations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627044-1A7A-A7A6-BEB0-7A9DBBE7B0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9250625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Impact Summary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6781EF5-38DE-B455-172B-E19CD6073B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2768257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3A4B9-4894-4D2C-3C04-C84283E7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1855BEB-E736-9814-E8E2-49D7FAC7B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DA1BC7-A8BD-5964-0E8B-E8FC5DE8A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FC062-019F-8DB5-51E9-5046D4F12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Appendix Data Sources</a:t>
            </a:r>
            <a:br>
              <a:rPr lang="en-US" sz="3400" dirty="0">
                <a:solidFill>
                  <a:srgbClr val="FFFFFF"/>
                </a:solidFill>
              </a:rPr>
            </a:br>
            <a:endParaRPr lang="en-US" sz="3400" dirty="0">
              <a:solidFill>
                <a:srgbClr val="FFFFFF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E90234B-7926-AE08-9090-7AA61B639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A2F223B3-FA77-7C6F-DB11-CF45951036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3BD29B8-5D2B-094C-B73C-2790FA286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38DBC00-6C15-EE3B-D985-A39009829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5F836A88-450F-D7E1-1200-21C55EE0A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BAB75E6C-3F36-38CF-E9F7-B6A8C51C54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C6D47F72-1C17-8AFB-36EB-A817C9F62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9CB1EBA8-D3B2-31AF-7F0E-1F24A2C94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8671927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336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CD91D-C000-443B-DA2C-8A9EE3151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7F9AEE-2EFE-CF83-86FD-76B9DE80D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C9A38EF-D0DA-D5B9-D17F-47F10B846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54FEE-8FD3-9397-7042-1E7A6580A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800"/>
            <a:ext cx="2716259" cy="5105400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Appendix Data Methodology</a:t>
            </a:r>
            <a:br>
              <a:rPr lang="en-US" sz="3400" dirty="0">
                <a:solidFill>
                  <a:srgbClr val="FFFFFF"/>
                </a:solidFill>
              </a:rPr>
            </a:br>
            <a:endParaRPr lang="en-US" sz="3400" dirty="0">
              <a:solidFill>
                <a:srgbClr val="FFFFFF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B615C69-252C-E140-3432-DD0565A6C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078C067B-D87E-BF1E-EA5C-3F9D250BC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82A3AE61-E7AF-16B9-435C-13967D9603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F2CC612B-D76E-7E9F-F009-3964C2CC0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A4428635-89E7-6B01-182C-960142003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ADD00455-5564-C18D-8EFA-9BA08E8C8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30E65FE1-DC43-BFDC-449E-505228B9F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A40DFF69-1535-9939-3E7B-63559F254D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2606725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4209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102</TotalTime>
  <Words>376</Words>
  <Application>Microsoft Office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Impact of Increase in customer satisfaction and improve operational efficiency</vt:lpstr>
      <vt:lpstr>Agenda</vt:lpstr>
      <vt:lpstr>Executive Objective</vt:lpstr>
      <vt:lpstr>Opportunity to increase the ride counts in peak hours </vt:lpstr>
      <vt:lpstr>Increase the revenue generation across all the zones </vt:lpstr>
      <vt:lpstr>Can introduce the Promotional offers (Discounts) in Digital modes to increase customer engagement  </vt:lpstr>
      <vt:lpstr>Forecasting of the Fare along with the demand of the rides </vt:lpstr>
      <vt:lpstr>Operational Challenges</vt:lpstr>
      <vt:lpstr>Technical Recommendations</vt:lpstr>
      <vt:lpstr>Impact Summary</vt:lpstr>
      <vt:lpstr>Appendix Data Sources </vt:lpstr>
      <vt:lpstr>Appendix Data Methodology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Piyali Majumdar</cp:lastModifiedBy>
  <cp:revision>5</cp:revision>
  <dcterms:created xsi:type="dcterms:W3CDTF">2013-01-27T09:14:16Z</dcterms:created>
  <dcterms:modified xsi:type="dcterms:W3CDTF">2025-11-20T04:10:39Z</dcterms:modified>
  <cp:category/>
</cp:coreProperties>
</file>